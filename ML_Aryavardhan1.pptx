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1742876" y="6503660"/>
            <a:ext cx="258624" cy="24830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742876" y="6551285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3"/>
          <p:cNvSpPr txBox="1"/>
          <p:nvPr/>
        </p:nvSpPr>
        <p:spPr>
          <a:xfrm>
            <a:off x="4232" y="3011564"/>
            <a:ext cx="12192001" cy="617580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Import Data Analysis and Prediction using Machine Learning</a:t>
            </a:r>
          </a:p>
        </p:txBody>
      </p:sp>
      <p:sp>
        <p:nvSpPr>
          <p:cNvPr id="95" name="TextBox 4"/>
          <p:cNvSpPr txBox="1"/>
          <p:nvPr/>
        </p:nvSpPr>
        <p:spPr>
          <a:xfrm>
            <a:off x="2843731" y="5642979"/>
            <a:ext cx="648838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Symbiosis Institute of Technology, Nagpur Campus</a:t>
            </a:r>
          </a:p>
        </p:txBody>
      </p:sp>
      <p:sp>
        <p:nvSpPr>
          <p:cNvPr id="96" name="TextBox 5"/>
          <p:cNvSpPr txBox="1"/>
          <p:nvPr/>
        </p:nvSpPr>
        <p:spPr>
          <a:xfrm>
            <a:off x="1178825" y="1605351"/>
            <a:ext cx="9762120" cy="935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6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PBL Presentation</a:t>
            </a:r>
          </a:p>
        </p:txBody>
      </p:sp>
      <p:sp>
        <p:nvSpPr>
          <p:cNvPr id="97" name="TextBox 42"/>
          <p:cNvSpPr txBox="1"/>
          <p:nvPr/>
        </p:nvSpPr>
        <p:spPr>
          <a:xfrm>
            <a:off x="2959889" y="3882836"/>
            <a:ext cx="6298660" cy="154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Name : Aryavardhan Deshmukh</a:t>
            </a:r>
          </a:p>
          <a:p>
            <a:pPr algn="ctr">
              <a:defRPr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PRN : 22070521115</a:t>
            </a:r>
          </a:p>
          <a:p>
            <a:pPr algn="ctr">
              <a:defRPr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Sem: 7th  Sec: C </a:t>
            </a:r>
          </a:p>
          <a:p>
            <a:pPr algn="ctr">
              <a:defRPr b="1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 the guidance of </a:t>
            </a:r>
          </a:p>
          <a:p>
            <a:pPr algn="ctr">
              <a:defRPr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Dr. Piyush Chauhan </a:t>
            </a:r>
          </a:p>
        </p:txBody>
      </p:sp>
      <p:grpSp>
        <p:nvGrpSpPr>
          <p:cNvPr id="135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98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134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99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0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1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5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6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7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8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9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3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4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5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6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7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8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9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0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1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2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3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4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5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6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7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8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29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30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31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32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33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171" name="Group 194"/>
          <p:cNvGrpSpPr/>
          <p:nvPr/>
        </p:nvGrpSpPr>
        <p:grpSpPr>
          <a:xfrm>
            <a:off x="450919" y="6490548"/>
            <a:ext cx="4248405" cy="273467"/>
            <a:chOff x="0" y="0"/>
            <a:chExt cx="4248403" cy="273466"/>
          </a:xfrm>
        </p:grpSpPr>
        <p:sp>
          <p:nvSpPr>
            <p:cNvPr id="136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37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38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39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0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1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2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3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4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5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6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7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8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49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0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1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2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3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4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5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6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7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8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59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0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1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2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3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4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5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6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7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8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69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70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pic>
        <p:nvPicPr>
          <p:cNvPr id="17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521" y="190222"/>
            <a:ext cx="6879350" cy="99974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5" name="Group 6"/>
          <p:cNvGrpSpPr/>
          <p:nvPr/>
        </p:nvGrpSpPr>
        <p:grpSpPr>
          <a:xfrm>
            <a:off x="4815394" y="6382130"/>
            <a:ext cx="7369480" cy="465287"/>
            <a:chOff x="0" y="0"/>
            <a:chExt cx="7369478" cy="465285"/>
          </a:xfrm>
        </p:grpSpPr>
        <p:sp>
          <p:nvSpPr>
            <p:cNvPr id="173" name="Rectangle 2"/>
            <p:cNvSpPr/>
            <p:nvPr/>
          </p:nvSpPr>
          <p:spPr>
            <a:xfrm>
              <a:off x="0" y="0"/>
              <a:ext cx="7369479" cy="465286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174" name="Picture 1" descr="Picture 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5897" y="14846"/>
              <a:ext cx="7281503" cy="417467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</p:pic>
      </p:grpSp>
      <p:sp>
        <p:nvSpPr>
          <p:cNvPr id="176" name="Slide Number Placeholder 9"/>
          <p:cNvSpPr txBox="1"/>
          <p:nvPr>
            <p:ph type="sldNum" sz="quarter" idx="2"/>
          </p:nvPr>
        </p:nvSpPr>
        <p:spPr>
          <a:xfrm>
            <a:off x="11820118" y="65036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entagon 344"/>
          <p:cNvSpPr/>
          <p:nvPr/>
        </p:nvSpPr>
        <p:spPr>
          <a:xfrm rot="5400000">
            <a:off x="5889919" y="4836505"/>
            <a:ext cx="1692323" cy="1280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5695" y="0"/>
                </a:lnTo>
                <a:lnTo>
                  <a:pt x="21600" y="10800"/>
                </a:lnTo>
                <a:lnTo>
                  <a:pt x="1569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5482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Pentagon 342"/>
          <p:cNvSpPr/>
          <p:nvPr/>
        </p:nvSpPr>
        <p:spPr>
          <a:xfrm rot="16200000">
            <a:off x="4609758" y="881774"/>
            <a:ext cx="1692324" cy="1280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5695" y="0"/>
                </a:lnTo>
                <a:lnTo>
                  <a:pt x="21600" y="10800"/>
                </a:lnTo>
                <a:lnTo>
                  <a:pt x="1569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55A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7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180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216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181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2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3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4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5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6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7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8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89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0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1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2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3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4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5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6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7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8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9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0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1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2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3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4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5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6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7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8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9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0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1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2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3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4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15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253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218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19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0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1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2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3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4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5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6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7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8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29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0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1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2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3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4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5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6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7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8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39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0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1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2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3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4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5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6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7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8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49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50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51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52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254" name="Rectangle 1"/>
          <p:cNvSpPr/>
          <p:nvPr/>
        </p:nvSpPr>
        <p:spPr>
          <a:xfrm>
            <a:off x="-1" y="-699"/>
            <a:ext cx="12192001" cy="6054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Innovative Practices &amp; Quality Initiatives at SIT-N</a:t>
            </a:r>
          </a:p>
        </p:txBody>
      </p:sp>
      <p:sp>
        <p:nvSpPr>
          <p:cNvPr id="255" name="Rectangle 338"/>
          <p:cNvSpPr/>
          <p:nvPr/>
        </p:nvSpPr>
        <p:spPr>
          <a:xfrm>
            <a:off x="4815840" y="2149901"/>
            <a:ext cx="1280161" cy="128289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339"/>
          <p:cNvSpPr/>
          <p:nvPr/>
        </p:nvSpPr>
        <p:spPr>
          <a:xfrm>
            <a:off x="6096000" y="2149901"/>
            <a:ext cx="1280161" cy="128289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Rectangle 340"/>
          <p:cNvSpPr/>
          <p:nvPr/>
        </p:nvSpPr>
        <p:spPr>
          <a:xfrm>
            <a:off x="4815840" y="3432790"/>
            <a:ext cx="1280161" cy="128289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Rectangle 341"/>
          <p:cNvSpPr/>
          <p:nvPr/>
        </p:nvSpPr>
        <p:spPr>
          <a:xfrm>
            <a:off x="6096000" y="3432790"/>
            <a:ext cx="1280161" cy="1282890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Pentagon 343"/>
          <p:cNvSpPr/>
          <p:nvPr/>
        </p:nvSpPr>
        <p:spPr>
          <a:xfrm>
            <a:off x="7376159" y="2151265"/>
            <a:ext cx="1692323" cy="12801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5695" y="0"/>
                </a:lnTo>
                <a:lnTo>
                  <a:pt x="21600" y="10800"/>
                </a:lnTo>
                <a:lnTo>
                  <a:pt x="1569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C7C7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Pentagon 345"/>
          <p:cNvSpPr/>
          <p:nvPr/>
        </p:nvSpPr>
        <p:spPr>
          <a:xfrm rot="10800000">
            <a:off x="3123518" y="3434155"/>
            <a:ext cx="1692323" cy="1280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5695" y="0"/>
                </a:lnTo>
                <a:lnTo>
                  <a:pt x="21600" y="10800"/>
                </a:lnTo>
                <a:lnTo>
                  <a:pt x="1569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F559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1" name="Picture 346" descr="Picture 346"/>
          <p:cNvPicPr>
            <a:picLocks noChangeAspect="1"/>
          </p:cNvPicPr>
          <p:nvPr/>
        </p:nvPicPr>
        <p:blipFill>
          <a:blip r:embed="rId2">
            <a:extLst/>
          </a:blip>
          <a:srcRect l="0" t="0" r="0" b="62941"/>
          <a:stretch>
            <a:fillRect/>
          </a:stretch>
        </p:blipFill>
        <p:spPr>
          <a:xfrm>
            <a:off x="6096001" y="4715679"/>
            <a:ext cx="1280161" cy="214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347" descr="Picture 347"/>
          <p:cNvPicPr>
            <a:picLocks noChangeAspect="1"/>
          </p:cNvPicPr>
          <p:nvPr/>
        </p:nvPicPr>
        <p:blipFill>
          <a:blip r:embed="rId2">
            <a:extLst/>
          </a:blip>
          <a:srcRect l="0" t="0" r="0" b="62941"/>
          <a:stretch>
            <a:fillRect/>
          </a:stretch>
        </p:blipFill>
        <p:spPr>
          <a:xfrm rot="5400000">
            <a:off x="4068625" y="3964370"/>
            <a:ext cx="1280161" cy="214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348" descr="Picture 348"/>
          <p:cNvPicPr>
            <a:picLocks noChangeAspect="1"/>
          </p:cNvPicPr>
          <p:nvPr/>
        </p:nvPicPr>
        <p:blipFill>
          <a:blip r:embed="rId2">
            <a:extLst/>
          </a:blip>
          <a:srcRect l="0" t="0" r="0" b="62941"/>
          <a:stretch>
            <a:fillRect/>
          </a:stretch>
        </p:blipFill>
        <p:spPr>
          <a:xfrm rot="16200000">
            <a:off x="6843213" y="2682847"/>
            <a:ext cx="1280161" cy="214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349" descr="Picture 349"/>
          <p:cNvPicPr>
            <a:picLocks noChangeAspect="1"/>
          </p:cNvPicPr>
          <p:nvPr/>
        </p:nvPicPr>
        <p:blipFill>
          <a:blip r:embed="rId2">
            <a:extLst/>
          </a:blip>
          <a:srcRect l="0" t="0" r="0" b="62941"/>
          <a:stretch>
            <a:fillRect/>
          </a:stretch>
        </p:blipFill>
        <p:spPr>
          <a:xfrm rot="10800000">
            <a:off x="4815838" y="1934268"/>
            <a:ext cx="1280162" cy="214270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Box 350"/>
          <p:cNvSpPr txBox="1"/>
          <p:nvPr/>
        </p:nvSpPr>
        <p:spPr>
          <a:xfrm>
            <a:off x="4861557" y="958647"/>
            <a:ext cx="1188722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66" name="TextBox 351"/>
          <p:cNvSpPr txBox="1"/>
          <p:nvPr/>
        </p:nvSpPr>
        <p:spPr>
          <a:xfrm>
            <a:off x="7529013" y="2282149"/>
            <a:ext cx="1188722" cy="94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7" name="TextBox 352"/>
          <p:cNvSpPr txBox="1"/>
          <p:nvPr/>
        </p:nvSpPr>
        <p:spPr>
          <a:xfrm>
            <a:off x="6141718" y="4927086"/>
            <a:ext cx="1188722" cy="94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68" name="TextBox 353"/>
          <p:cNvSpPr txBox="1"/>
          <p:nvPr/>
        </p:nvSpPr>
        <p:spPr>
          <a:xfrm>
            <a:off x="3482452" y="3563673"/>
            <a:ext cx="1188722" cy="94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69" name="Rectangle 354"/>
          <p:cNvSpPr txBox="1"/>
          <p:nvPr/>
        </p:nvSpPr>
        <p:spPr>
          <a:xfrm>
            <a:off x="6363796" y="1292264"/>
            <a:ext cx="3519156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Statements</a:t>
            </a:r>
          </a:p>
        </p:txBody>
      </p:sp>
      <p:sp>
        <p:nvSpPr>
          <p:cNvPr id="270" name="Rectangle 355"/>
          <p:cNvSpPr txBox="1"/>
          <p:nvPr/>
        </p:nvSpPr>
        <p:spPr>
          <a:xfrm>
            <a:off x="7834042" y="4059948"/>
            <a:ext cx="351915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Research Initiatives</a:t>
            </a:r>
          </a:p>
        </p:txBody>
      </p:sp>
      <p:sp>
        <p:nvSpPr>
          <p:cNvPr id="271" name="Rectangle 356"/>
          <p:cNvSpPr txBox="1"/>
          <p:nvPr/>
        </p:nvSpPr>
        <p:spPr>
          <a:xfrm>
            <a:off x="2005987" y="5260702"/>
            <a:ext cx="3519156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Existing processes/Solutions</a:t>
            </a:r>
          </a:p>
        </p:txBody>
      </p:sp>
      <p:sp>
        <p:nvSpPr>
          <p:cNvPr id="272" name="Rectangle 357"/>
          <p:cNvSpPr txBox="1"/>
          <p:nvPr/>
        </p:nvSpPr>
        <p:spPr>
          <a:xfrm>
            <a:off x="878339" y="2210145"/>
            <a:ext cx="3519156" cy="61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Compare &amp; contrast alternative solution</a:t>
            </a:r>
          </a:p>
        </p:txBody>
      </p:sp>
      <p:sp>
        <p:nvSpPr>
          <p:cNvPr id="273" name="Freeform 6"/>
          <p:cNvSpPr/>
          <p:nvPr/>
        </p:nvSpPr>
        <p:spPr>
          <a:xfrm>
            <a:off x="5133214" y="3730542"/>
            <a:ext cx="668340" cy="6873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90" y="10270"/>
                </a:moveTo>
                <a:lnTo>
                  <a:pt x="6918" y="13993"/>
                </a:lnTo>
                <a:lnTo>
                  <a:pt x="7745" y="14791"/>
                </a:lnTo>
                <a:lnTo>
                  <a:pt x="11576" y="13288"/>
                </a:lnTo>
                <a:lnTo>
                  <a:pt x="8490" y="10270"/>
                </a:lnTo>
                <a:close/>
                <a:moveTo>
                  <a:pt x="11172" y="2818"/>
                </a:moveTo>
                <a:lnTo>
                  <a:pt x="11172" y="5780"/>
                </a:lnTo>
                <a:lnTo>
                  <a:pt x="12051" y="5780"/>
                </a:lnTo>
                <a:lnTo>
                  <a:pt x="13097" y="4758"/>
                </a:lnTo>
                <a:lnTo>
                  <a:pt x="11172" y="2818"/>
                </a:lnTo>
                <a:close/>
                <a:moveTo>
                  <a:pt x="1803" y="1752"/>
                </a:moveTo>
                <a:lnTo>
                  <a:pt x="1803" y="19848"/>
                </a:lnTo>
                <a:lnTo>
                  <a:pt x="15318" y="19848"/>
                </a:lnTo>
                <a:lnTo>
                  <a:pt x="15318" y="10700"/>
                </a:lnTo>
                <a:lnTo>
                  <a:pt x="13399" y="12558"/>
                </a:lnTo>
                <a:lnTo>
                  <a:pt x="13399" y="12602"/>
                </a:lnTo>
                <a:lnTo>
                  <a:pt x="13360" y="12602"/>
                </a:lnTo>
                <a:lnTo>
                  <a:pt x="12103" y="13812"/>
                </a:lnTo>
                <a:lnTo>
                  <a:pt x="8182" y="15358"/>
                </a:lnTo>
                <a:lnTo>
                  <a:pt x="13399" y="15358"/>
                </a:lnTo>
                <a:lnTo>
                  <a:pt x="13399" y="16237"/>
                </a:lnTo>
                <a:lnTo>
                  <a:pt x="3722" y="16237"/>
                </a:lnTo>
                <a:lnTo>
                  <a:pt x="3722" y="15358"/>
                </a:lnTo>
                <a:lnTo>
                  <a:pt x="5583" y="15358"/>
                </a:lnTo>
                <a:lnTo>
                  <a:pt x="6751" y="12602"/>
                </a:lnTo>
                <a:lnTo>
                  <a:pt x="3722" y="12602"/>
                </a:lnTo>
                <a:lnTo>
                  <a:pt x="3722" y="11723"/>
                </a:lnTo>
                <a:lnTo>
                  <a:pt x="7123" y="11723"/>
                </a:lnTo>
                <a:lnTo>
                  <a:pt x="7944" y="9752"/>
                </a:lnTo>
                <a:lnTo>
                  <a:pt x="8766" y="8967"/>
                </a:lnTo>
                <a:lnTo>
                  <a:pt x="3722" y="8967"/>
                </a:lnTo>
                <a:lnTo>
                  <a:pt x="3722" y="8081"/>
                </a:lnTo>
                <a:lnTo>
                  <a:pt x="9664" y="8081"/>
                </a:lnTo>
                <a:lnTo>
                  <a:pt x="10691" y="7096"/>
                </a:lnTo>
                <a:lnTo>
                  <a:pt x="9831" y="7096"/>
                </a:lnTo>
                <a:lnTo>
                  <a:pt x="9831" y="1752"/>
                </a:lnTo>
                <a:lnTo>
                  <a:pt x="1803" y="1752"/>
                </a:lnTo>
                <a:close/>
                <a:moveTo>
                  <a:pt x="0" y="0"/>
                </a:moveTo>
                <a:lnTo>
                  <a:pt x="10883" y="0"/>
                </a:lnTo>
                <a:lnTo>
                  <a:pt x="14381" y="3523"/>
                </a:lnTo>
                <a:lnTo>
                  <a:pt x="16922" y="1066"/>
                </a:lnTo>
                <a:lnTo>
                  <a:pt x="17076" y="935"/>
                </a:lnTo>
                <a:lnTo>
                  <a:pt x="17236" y="817"/>
                </a:lnTo>
                <a:lnTo>
                  <a:pt x="17403" y="730"/>
                </a:lnTo>
                <a:lnTo>
                  <a:pt x="17576" y="648"/>
                </a:lnTo>
                <a:lnTo>
                  <a:pt x="17743" y="605"/>
                </a:lnTo>
                <a:lnTo>
                  <a:pt x="17910" y="567"/>
                </a:lnTo>
                <a:lnTo>
                  <a:pt x="18071" y="561"/>
                </a:lnTo>
                <a:lnTo>
                  <a:pt x="18225" y="580"/>
                </a:lnTo>
                <a:lnTo>
                  <a:pt x="18372" y="624"/>
                </a:lnTo>
                <a:lnTo>
                  <a:pt x="18494" y="686"/>
                </a:lnTo>
                <a:lnTo>
                  <a:pt x="18610" y="779"/>
                </a:lnTo>
                <a:lnTo>
                  <a:pt x="21382" y="3479"/>
                </a:lnTo>
                <a:lnTo>
                  <a:pt x="21478" y="3604"/>
                </a:lnTo>
                <a:lnTo>
                  <a:pt x="21549" y="3741"/>
                </a:lnTo>
                <a:lnTo>
                  <a:pt x="21587" y="3903"/>
                </a:lnTo>
                <a:lnTo>
                  <a:pt x="21600" y="4066"/>
                </a:lnTo>
                <a:lnTo>
                  <a:pt x="21581" y="4240"/>
                </a:lnTo>
                <a:lnTo>
                  <a:pt x="21536" y="4427"/>
                </a:lnTo>
                <a:lnTo>
                  <a:pt x="21459" y="4608"/>
                </a:lnTo>
                <a:lnTo>
                  <a:pt x="21363" y="4783"/>
                </a:lnTo>
                <a:lnTo>
                  <a:pt x="21241" y="4964"/>
                </a:lnTo>
                <a:lnTo>
                  <a:pt x="21087" y="5126"/>
                </a:lnTo>
                <a:lnTo>
                  <a:pt x="17121" y="8961"/>
                </a:lnTo>
                <a:lnTo>
                  <a:pt x="17121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Freeform 11"/>
          <p:cNvSpPr/>
          <p:nvPr/>
        </p:nvSpPr>
        <p:spPr>
          <a:xfrm>
            <a:off x="5130834" y="2538360"/>
            <a:ext cx="673101" cy="503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07" y="10366"/>
                </a:moveTo>
                <a:lnTo>
                  <a:pt x="16318" y="10400"/>
                </a:lnTo>
                <a:lnTo>
                  <a:pt x="15948" y="10477"/>
                </a:lnTo>
                <a:lnTo>
                  <a:pt x="15592" y="10613"/>
                </a:lnTo>
                <a:lnTo>
                  <a:pt x="15254" y="10791"/>
                </a:lnTo>
                <a:lnTo>
                  <a:pt x="14929" y="11013"/>
                </a:lnTo>
                <a:lnTo>
                  <a:pt x="14629" y="11276"/>
                </a:lnTo>
                <a:lnTo>
                  <a:pt x="14349" y="11574"/>
                </a:lnTo>
                <a:lnTo>
                  <a:pt x="14094" y="11914"/>
                </a:lnTo>
                <a:lnTo>
                  <a:pt x="13865" y="12297"/>
                </a:lnTo>
                <a:lnTo>
                  <a:pt x="13661" y="12696"/>
                </a:lnTo>
                <a:lnTo>
                  <a:pt x="13495" y="13130"/>
                </a:lnTo>
                <a:lnTo>
                  <a:pt x="13361" y="13581"/>
                </a:lnTo>
                <a:lnTo>
                  <a:pt x="13266" y="14057"/>
                </a:lnTo>
                <a:lnTo>
                  <a:pt x="13208" y="14559"/>
                </a:lnTo>
                <a:lnTo>
                  <a:pt x="13189" y="15069"/>
                </a:lnTo>
                <a:lnTo>
                  <a:pt x="13208" y="15579"/>
                </a:lnTo>
                <a:lnTo>
                  <a:pt x="13266" y="16072"/>
                </a:lnTo>
                <a:lnTo>
                  <a:pt x="13361" y="16557"/>
                </a:lnTo>
                <a:lnTo>
                  <a:pt x="13495" y="16999"/>
                </a:lnTo>
                <a:lnTo>
                  <a:pt x="13661" y="17442"/>
                </a:lnTo>
                <a:lnTo>
                  <a:pt x="13865" y="17841"/>
                </a:lnTo>
                <a:lnTo>
                  <a:pt x="14094" y="18215"/>
                </a:lnTo>
                <a:lnTo>
                  <a:pt x="14349" y="18556"/>
                </a:lnTo>
                <a:lnTo>
                  <a:pt x="14629" y="18862"/>
                </a:lnTo>
                <a:lnTo>
                  <a:pt x="14929" y="19125"/>
                </a:lnTo>
                <a:lnTo>
                  <a:pt x="15254" y="19346"/>
                </a:lnTo>
                <a:lnTo>
                  <a:pt x="15592" y="19525"/>
                </a:lnTo>
                <a:lnTo>
                  <a:pt x="15948" y="19661"/>
                </a:lnTo>
                <a:lnTo>
                  <a:pt x="16318" y="19746"/>
                </a:lnTo>
                <a:lnTo>
                  <a:pt x="16707" y="19772"/>
                </a:lnTo>
                <a:lnTo>
                  <a:pt x="17089" y="19746"/>
                </a:lnTo>
                <a:lnTo>
                  <a:pt x="17458" y="19661"/>
                </a:lnTo>
                <a:lnTo>
                  <a:pt x="17809" y="19525"/>
                </a:lnTo>
                <a:lnTo>
                  <a:pt x="18153" y="19346"/>
                </a:lnTo>
                <a:lnTo>
                  <a:pt x="18478" y="19125"/>
                </a:lnTo>
                <a:lnTo>
                  <a:pt x="18777" y="18862"/>
                </a:lnTo>
                <a:lnTo>
                  <a:pt x="19058" y="18556"/>
                </a:lnTo>
                <a:lnTo>
                  <a:pt x="19313" y="18215"/>
                </a:lnTo>
                <a:lnTo>
                  <a:pt x="19542" y="17841"/>
                </a:lnTo>
                <a:lnTo>
                  <a:pt x="19739" y="17442"/>
                </a:lnTo>
                <a:lnTo>
                  <a:pt x="19912" y="16999"/>
                </a:lnTo>
                <a:lnTo>
                  <a:pt x="20045" y="16557"/>
                </a:lnTo>
                <a:lnTo>
                  <a:pt x="20141" y="16072"/>
                </a:lnTo>
                <a:lnTo>
                  <a:pt x="20198" y="15579"/>
                </a:lnTo>
                <a:lnTo>
                  <a:pt x="20217" y="15069"/>
                </a:lnTo>
                <a:lnTo>
                  <a:pt x="20198" y="14559"/>
                </a:lnTo>
                <a:lnTo>
                  <a:pt x="20141" y="14057"/>
                </a:lnTo>
                <a:lnTo>
                  <a:pt x="20045" y="13581"/>
                </a:lnTo>
                <a:lnTo>
                  <a:pt x="19912" y="13130"/>
                </a:lnTo>
                <a:lnTo>
                  <a:pt x="19739" y="12696"/>
                </a:lnTo>
                <a:lnTo>
                  <a:pt x="19542" y="12297"/>
                </a:lnTo>
                <a:lnTo>
                  <a:pt x="19313" y="11914"/>
                </a:lnTo>
                <a:lnTo>
                  <a:pt x="19058" y="11574"/>
                </a:lnTo>
                <a:lnTo>
                  <a:pt x="18777" y="11276"/>
                </a:lnTo>
                <a:lnTo>
                  <a:pt x="18478" y="11013"/>
                </a:lnTo>
                <a:lnTo>
                  <a:pt x="18153" y="10791"/>
                </a:lnTo>
                <a:lnTo>
                  <a:pt x="17809" y="10613"/>
                </a:lnTo>
                <a:lnTo>
                  <a:pt x="17458" y="10477"/>
                </a:lnTo>
                <a:lnTo>
                  <a:pt x="17089" y="10400"/>
                </a:lnTo>
                <a:lnTo>
                  <a:pt x="16707" y="10366"/>
                </a:lnTo>
                <a:close/>
                <a:moveTo>
                  <a:pt x="4887" y="10366"/>
                </a:moveTo>
                <a:lnTo>
                  <a:pt x="4505" y="10400"/>
                </a:lnTo>
                <a:lnTo>
                  <a:pt x="4135" y="10477"/>
                </a:lnTo>
                <a:lnTo>
                  <a:pt x="3778" y="10613"/>
                </a:lnTo>
                <a:lnTo>
                  <a:pt x="3441" y="10791"/>
                </a:lnTo>
                <a:lnTo>
                  <a:pt x="3116" y="11013"/>
                </a:lnTo>
                <a:lnTo>
                  <a:pt x="2810" y="11276"/>
                </a:lnTo>
                <a:lnTo>
                  <a:pt x="2536" y="11574"/>
                </a:lnTo>
                <a:lnTo>
                  <a:pt x="2281" y="11914"/>
                </a:lnTo>
                <a:lnTo>
                  <a:pt x="2052" y="12297"/>
                </a:lnTo>
                <a:lnTo>
                  <a:pt x="1848" y="12696"/>
                </a:lnTo>
                <a:lnTo>
                  <a:pt x="1682" y="13130"/>
                </a:lnTo>
                <a:lnTo>
                  <a:pt x="1548" y="13581"/>
                </a:lnTo>
                <a:lnTo>
                  <a:pt x="1453" y="14057"/>
                </a:lnTo>
                <a:lnTo>
                  <a:pt x="1395" y="14559"/>
                </a:lnTo>
                <a:lnTo>
                  <a:pt x="1376" y="15069"/>
                </a:lnTo>
                <a:lnTo>
                  <a:pt x="1395" y="15579"/>
                </a:lnTo>
                <a:lnTo>
                  <a:pt x="1453" y="16072"/>
                </a:lnTo>
                <a:lnTo>
                  <a:pt x="1548" y="16557"/>
                </a:lnTo>
                <a:lnTo>
                  <a:pt x="1682" y="16999"/>
                </a:lnTo>
                <a:lnTo>
                  <a:pt x="1848" y="17442"/>
                </a:lnTo>
                <a:lnTo>
                  <a:pt x="2052" y="17841"/>
                </a:lnTo>
                <a:lnTo>
                  <a:pt x="2281" y="18215"/>
                </a:lnTo>
                <a:lnTo>
                  <a:pt x="2536" y="18556"/>
                </a:lnTo>
                <a:lnTo>
                  <a:pt x="2810" y="18862"/>
                </a:lnTo>
                <a:lnTo>
                  <a:pt x="3116" y="19125"/>
                </a:lnTo>
                <a:lnTo>
                  <a:pt x="3441" y="19346"/>
                </a:lnTo>
                <a:lnTo>
                  <a:pt x="3778" y="19525"/>
                </a:lnTo>
                <a:lnTo>
                  <a:pt x="4135" y="19661"/>
                </a:lnTo>
                <a:lnTo>
                  <a:pt x="4505" y="19746"/>
                </a:lnTo>
                <a:lnTo>
                  <a:pt x="4887" y="19772"/>
                </a:lnTo>
                <a:lnTo>
                  <a:pt x="5276" y="19746"/>
                </a:lnTo>
                <a:lnTo>
                  <a:pt x="5645" y="19661"/>
                </a:lnTo>
                <a:lnTo>
                  <a:pt x="6002" y="19525"/>
                </a:lnTo>
                <a:lnTo>
                  <a:pt x="6340" y="19346"/>
                </a:lnTo>
                <a:lnTo>
                  <a:pt x="6665" y="19125"/>
                </a:lnTo>
                <a:lnTo>
                  <a:pt x="6964" y="18862"/>
                </a:lnTo>
                <a:lnTo>
                  <a:pt x="7245" y="18556"/>
                </a:lnTo>
                <a:lnTo>
                  <a:pt x="7499" y="18215"/>
                </a:lnTo>
                <a:lnTo>
                  <a:pt x="7729" y="17841"/>
                </a:lnTo>
                <a:lnTo>
                  <a:pt x="7933" y="17442"/>
                </a:lnTo>
                <a:lnTo>
                  <a:pt x="8098" y="16999"/>
                </a:lnTo>
                <a:lnTo>
                  <a:pt x="8232" y="16557"/>
                </a:lnTo>
                <a:lnTo>
                  <a:pt x="8328" y="16072"/>
                </a:lnTo>
                <a:lnTo>
                  <a:pt x="8385" y="15579"/>
                </a:lnTo>
                <a:lnTo>
                  <a:pt x="8404" y="15069"/>
                </a:lnTo>
                <a:lnTo>
                  <a:pt x="8385" y="14559"/>
                </a:lnTo>
                <a:lnTo>
                  <a:pt x="8328" y="14057"/>
                </a:lnTo>
                <a:lnTo>
                  <a:pt x="8232" y="13581"/>
                </a:lnTo>
                <a:lnTo>
                  <a:pt x="8098" y="13130"/>
                </a:lnTo>
                <a:lnTo>
                  <a:pt x="7933" y="12696"/>
                </a:lnTo>
                <a:lnTo>
                  <a:pt x="7729" y="12297"/>
                </a:lnTo>
                <a:lnTo>
                  <a:pt x="7499" y="11914"/>
                </a:lnTo>
                <a:lnTo>
                  <a:pt x="7245" y="11574"/>
                </a:lnTo>
                <a:lnTo>
                  <a:pt x="6964" y="11276"/>
                </a:lnTo>
                <a:lnTo>
                  <a:pt x="6665" y="11013"/>
                </a:lnTo>
                <a:lnTo>
                  <a:pt x="6340" y="10791"/>
                </a:lnTo>
                <a:lnTo>
                  <a:pt x="6002" y="10613"/>
                </a:lnTo>
                <a:lnTo>
                  <a:pt x="5645" y="10477"/>
                </a:lnTo>
                <a:lnTo>
                  <a:pt x="5276" y="10400"/>
                </a:lnTo>
                <a:lnTo>
                  <a:pt x="4887" y="10366"/>
                </a:lnTo>
                <a:close/>
                <a:moveTo>
                  <a:pt x="10800" y="7534"/>
                </a:moveTo>
                <a:lnTo>
                  <a:pt x="10494" y="7543"/>
                </a:lnTo>
                <a:lnTo>
                  <a:pt x="10188" y="7577"/>
                </a:lnTo>
                <a:lnTo>
                  <a:pt x="9914" y="7620"/>
                </a:lnTo>
                <a:lnTo>
                  <a:pt x="9647" y="7696"/>
                </a:lnTo>
                <a:lnTo>
                  <a:pt x="9405" y="7781"/>
                </a:lnTo>
                <a:lnTo>
                  <a:pt x="9188" y="7883"/>
                </a:lnTo>
                <a:lnTo>
                  <a:pt x="8997" y="8002"/>
                </a:lnTo>
                <a:lnTo>
                  <a:pt x="8838" y="8130"/>
                </a:lnTo>
                <a:lnTo>
                  <a:pt x="8704" y="8274"/>
                </a:lnTo>
                <a:lnTo>
                  <a:pt x="8602" y="8427"/>
                </a:lnTo>
                <a:lnTo>
                  <a:pt x="8538" y="8580"/>
                </a:lnTo>
                <a:lnTo>
                  <a:pt x="8519" y="8751"/>
                </a:lnTo>
                <a:lnTo>
                  <a:pt x="8538" y="8912"/>
                </a:lnTo>
                <a:lnTo>
                  <a:pt x="8602" y="9074"/>
                </a:lnTo>
                <a:lnTo>
                  <a:pt x="8704" y="9227"/>
                </a:lnTo>
                <a:lnTo>
                  <a:pt x="8838" y="9354"/>
                </a:lnTo>
                <a:lnTo>
                  <a:pt x="8997" y="9490"/>
                </a:lnTo>
                <a:lnTo>
                  <a:pt x="9188" y="9609"/>
                </a:lnTo>
                <a:lnTo>
                  <a:pt x="9405" y="9720"/>
                </a:lnTo>
                <a:lnTo>
                  <a:pt x="9647" y="9797"/>
                </a:lnTo>
                <a:lnTo>
                  <a:pt x="9914" y="9865"/>
                </a:lnTo>
                <a:lnTo>
                  <a:pt x="10188" y="9924"/>
                </a:lnTo>
                <a:lnTo>
                  <a:pt x="10494" y="9958"/>
                </a:lnTo>
                <a:lnTo>
                  <a:pt x="10800" y="9967"/>
                </a:lnTo>
                <a:lnTo>
                  <a:pt x="11106" y="9958"/>
                </a:lnTo>
                <a:lnTo>
                  <a:pt x="11405" y="9924"/>
                </a:lnTo>
                <a:lnTo>
                  <a:pt x="11686" y="9865"/>
                </a:lnTo>
                <a:lnTo>
                  <a:pt x="11947" y="9797"/>
                </a:lnTo>
                <a:lnTo>
                  <a:pt x="12189" y="9720"/>
                </a:lnTo>
                <a:lnTo>
                  <a:pt x="12406" y="9609"/>
                </a:lnTo>
                <a:lnTo>
                  <a:pt x="12603" y="9490"/>
                </a:lnTo>
                <a:lnTo>
                  <a:pt x="12762" y="9354"/>
                </a:lnTo>
                <a:lnTo>
                  <a:pt x="12896" y="9227"/>
                </a:lnTo>
                <a:lnTo>
                  <a:pt x="12992" y="9074"/>
                </a:lnTo>
                <a:lnTo>
                  <a:pt x="13049" y="8912"/>
                </a:lnTo>
                <a:lnTo>
                  <a:pt x="13075" y="8751"/>
                </a:lnTo>
                <a:lnTo>
                  <a:pt x="13049" y="8580"/>
                </a:lnTo>
                <a:lnTo>
                  <a:pt x="12992" y="8427"/>
                </a:lnTo>
                <a:lnTo>
                  <a:pt x="12896" y="8274"/>
                </a:lnTo>
                <a:lnTo>
                  <a:pt x="12762" y="8130"/>
                </a:lnTo>
                <a:lnTo>
                  <a:pt x="12603" y="8002"/>
                </a:lnTo>
                <a:lnTo>
                  <a:pt x="12406" y="7883"/>
                </a:lnTo>
                <a:lnTo>
                  <a:pt x="12189" y="7781"/>
                </a:lnTo>
                <a:lnTo>
                  <a:pt x="11947" y="7696"/>
                </a:lnTo>
                <a:lnTo>
                  <a:pt x="11686" y="7620"/>
                </a:lnTo>
                <a:lnTo>
                  <a:pt x="11405" y="7577"/>
                </a:lnTo>
                <a:lnTo>
                  <a:pt x="11106" y="7543"/>
                </a:lnTo>
                <a:lnTo>
                  <a:pt x="10800" y="7534"/>
                </a:lnTo>
                <a:close/>
                <a:moveTo>
                  <a:pt x="14400" y="2211"/>
                </a:moveTo>
                <a:lnTo>
                  <a:pt x="14088" y="2220"/>
                </a:lnTo>
                <a:lnTo>
                  <a:pt x="13788" y="2279"/>
                </a:lnTo>
                <a:lnTo>
                  <a:pt x="13514" y="2364"/>
                </a:lnTo>
                <a:lnTo>
                  <a:pt x="13253" y="2500"/>
                </a:lnTo>
                <a:lnTo>
                  <a:pt x="13017" y="2679"/>
                </a:lnTo>
                <a:lnTo>
                  <a:pt x="12794" y="2891"/>
                </a:lnTo>
                <a:lnTo>
                  <a:pt x="12597" y="3155"/>
                </a:lnTo>
                <a:lnTo>
                  <a:pt x="12425" y="3453"/>
                </a:lnTo>
                <a:lnTo>
                  <a:pt x="12387" y="3546"/>
                </a:lnTo>
                <a:lnTo>
                  <a:pt x="12380" y="3648"/>
                </a:lnTo>
                <a:lnTo>
                  <a:pt x="12393" y="3750"/>
                </a:lnTo>
                <a:lnTo>
                  <a:pt x="12431" y="3844"/>
                </a:lnTo>
                <a:lnTo>
                  <a:pt x="12488" y="3920"/>
                </a:lnTo>
                <a:lnTo>
                  <a:pt x="12565" y="3971"/>
                </a:lnTo>
                <a:lnTo>
                  <a:pt x="12635" y="3988"/>
                </a:lnTo>
                <a:lnTo>
                  <a:pt x="12718" y="3971"/>
                </a:lnTo>
                <a:lnTo>
                  <a:pt x="12788" y="3912"/>
                </a:lnTo>
                <a:lnTo>
                  <a:pt x="12845" y="3835"/>
                </a:lnTo>
                <a:lnTo>
                  <a:pt x="12998" y="3580"/>
                </a:lnTo>
                <a:lnTo>
                  <a:pt x="13177" y="3368"/>
                </a:lnTo>
                <a:lnTo>
                  <a:pt x="13374" y="3189"/>
                </a:lnTo>
                <a:lnTo>
                  <a:pt x="13597" y="3053"/>
                </a:lnTo>
                <a:lnTo>
                  <a:pt x="13839" y="2968"/>
                </a:lnTo>
                <a:lnTo>
                  <a:pt x="14094" y="2908"/>
                </a:lnTo>
                <a:lnTo>
                  <a:pt x="14375" y="2891"/>
                </a:lnTo>
                <a:lnTo>
                  <a:pt x="14547" y="2908"/>
                </a:lnTo>
                <a:lnTo>
                  <a:pt x="14706" y="2925"/>
                </a:lnTo>
                <a:lnTo>
                  <a:pt x="14865" y="2968"/>
                </a:lnTo>
                <a:lnTo>
                  <a:pt x="14999" y="3002"/>
                </a:lnTo>
                <a:lnTo>
                  <a:pt x="15107" y="3036"/>
                </a:lnTo>
                <a:lnTo>
                  <a:pt x="15209" y="3070"/>
                </a:lnTo>
                <a:lnTo>
                  <a:pt x="15286" y="3112"/>
                </a:lnTo>
                <a:lnTo>
                  <a:pt x="15330" y="3129"/>
                </a:lnTo>
                <a:lnTo>
                  <a:pt x="15349" y="3138"/>
                </a:lnTo>
                <a:lnTo>
                  <a:pt x="15432" y="3163"/>
                </a:lnTo>
                <a:lnTo>
                  <a:pt x="15515" y="3155"/>
                </a:lnTo>
                <a:lnTo>
                  <a:pt x="15585" y="3112"/>
                </a:lnTo>
                <a:lnTo>
                  <a:pt x="15642" y="3036"/>
                </a:lnTo>
                <a:lnTo>
                  <a:pt x="15687" y="2942"/>
                </a:lnTo>
                <a:lnTo>
                  <a:pt x="15700" y="2832"/>
                </a:lnTo>
                <a:lnTo>
                  <a:pt x="15693" y="2730"/>
                </a:lnTo>
                <a:lnTo>
                  <a:pt x="15662" y="2636"/>
                </a:lnTo>
                <a:lnTo>
                  <a:pt x="15611" y="2551"/>
                </a:lnTo>
                <a:lnTo>
                  <a:pt x="15541" y="2500"/>
                </a:lnTo>
                <a:lnTo>
                  <a:pt x="15515" y="2483"/>
                </a:lnTo>
                <a:lnTo>
                  <a:pt x="15458" y="2458"/>
                </a:lnTo>
                <a:lnTo>
                  <a:pt x="15375" y="2415"/>
                </a:lnTo>
                <a:lnTo>
                  <a:pt x="15260" y="2381"/>
                </a:lnTo>
                <a:lnTo>
                  <a:pt x="15126" y="2339"/>
                </a:lnTo>
                <a:lnTo>
                  <a:pt x="14967" y="2296"/>
                </a:lnTo>
                <a:lnTo>
                  <a:pt x="14795" y="2262"/>
                </a:lnTo>
                <a:lnTo>
                  <a:pt x="14604" y="2220"/>
                </a:lnTo>
                <a:lnTo>
                  <a:pt x="14400" y="2211"/>
                </a:lnTo>
                <a:close/>
                <a:moveTo>
                  <a:pt x="7200" y="2211"/>
                </a:moveTo>
                <a:lnTo>
                  <a:pt x="6990" y="2220"/>
                </a:lnTo>
                <a:lnTo>
                  <a:pt x="6805" y="2262"/>
                </a:lnTo>
                <a:lnTo>
                  <a:pt x="6633" y="2296"/>
                </a:lnTo>
                <a:lnTo>
                  <a:pt x="6467" y="2339"/>
                </a:lnTo>
                <a:lnTo>
                  <a:pt x="6333" y="2381"/>
                </a:lnTo>
                <a:lnTo>
                  <a:pt x="6219" y="2415"/>
                </a:lnTo>
                <a:lnTo>
                  <a:pt x="6142" y="2458"/>
                </a:lnTo>
                <a:lnTo>
                  <a:pt x="6079" y="2483"/>
                </a:lnTo>
                <a:lnTo>
                  <a:pt x="6059" y="2500"/>
                </a:lnTo>
                <a:lnTo>
                  <a:pt x="5989" y="2551"/>
                </a:lnTo>
                <a:lnTo>
                  <a:pt x="5932" y="2636"/>
                </a:lnTo>
                <a:lnTo>
                  <a:pt x="5907" y="2730"/>
                </a:lnTo>
                <a:lnTo>
                  <a:pt x="5894" y="2832"/>
                </a:lnTo>
                <a:lnTo>
                  <a:pt x="5913" y="2942"/>
                </a:lnTo>
                <a:lnTo>
                  <a:pt x="5951" y="3036"/>
                </a:lnTo>
                <a:lnTo>
                  <a:pt x="6015" y="3112"/>
                </a:lnTo>
                <a:lnTo>
                  <a:pt x="6085" y="3155"/>
                </a:lnTo>
                <a:lnTo>
                  <a:pt x="6168" y="3163"/>
                </a:lnTo>
                <a:lnTo>
                  <a:pt x="6251" y="3138"/>
                </a:lnTo>
                <a:lnTo>
                  <a:pt x="6263" y="3129"/>
                </a:lnTo>
                <a:lnTo>
                  <a:pt x="6308" y="3112"/>
                </a:lnTo>
                <a:lnTo>
                  <a:pt x="6384" y="3078"/>
                </a:lnTo>
                <a:lnTo>
                  <a:pt x="6474" y="3044"/>
                </a:lnTo>
                <a:lnTo>
                  <a:pt x="6588" y="3002"/>
                </a:lnTo>
                <a:lnTo>
                  <a:pt x="6722" y="2968"/>
                </a:lnTo>
                <a:lnTo>
                  <a:pt x="6869" y="2942"/>
                </a:lnTo>
                <a:lnTo>
                  <a:pt x="7028" y="2908"/>
                </a:lnTo>
                <a:lnTo>
                  <a:pt x="7200" y="2900"/>
                </a:lnTo>
                <a:lnTo>
                  <a:pt x="7372" y="2900"/>
                </a:lnTo>
                <a:lnTo>
                  <a:pt x="7557" y="2917"/>
                </a:lnTo>
                <a:lnTo>
                  <a:pt x="7742" y="2959"/>
                </a:lnTo>
                <a:lnTo>
                  <a:pt x="7926" y="3027"/>
                </a:lnTo>
                <a:lnTo>
                  <a:pt x="8105" y="3121"/>
                </a:lnTo>
                <a:lnTo>
                  <a:pt x="8283" y="3240"/>
                </a:lnTo>
                <a:lnTo>
                  <a:pt x="8449" y="3402"/>
                </a:lnTo>
                <a:lnTo>
                  <a:pt x="8608" y="3597"/>
                </a:lnTo>
                <a:lnTo>
                  <a:pt x="8748" y="3835"/>
                </a:lnTo>
                <a:lnTo>
                  <a:pt x="8806" y="3912"/>
                </a:lnTo>
                <a:lnTo>
                  <a:pt x="8882" y="3971"/>
                </a:lnTo>
                <a:lnTo>
                  <a:pt x="8965" y="3988"/>
                </a:lnTo>
                <a:lnTo>
                  <a:pt x="9035" y="3971"/>
                </a:lnTo>
                <a:lnTo>
                  <a:pt x="9112" y="3920"/>
                </a:lnTo>
                <a:lnTo>
                  <a:pt x="9169" y="3844"/>
                </a:lnTo>
                <a:lnTo>
                  <a:pt x="9207" y="3750"/>
                </a:lnTo>
                <a:lnTo>
                  <a:pt x="9220" y="3648"/>
                </a:lnTo>
                <a:lnTo>
                  <a:pt x="9213" y="3538"/>
                </a:lnTo>
                <a:lnTo>
                  <a:pt x="9169" y="3436"/>
                </a:lnTo>
                <a:lnTo>
                  <a:pt x="8997" y="3146"/>
                </a:lnTo>
                <a:lnTo>
                  <a:pt x="8799" y="2891"/>
                </a:lnTo>
                <a:lnTo>
                  <a:pt x="8583" y="2679"/>
                </a:lnTo>
                <a:lnTo>
                  <a:pt x="8341" y="2500"/>
                </a:lnTo>
                <a:lnTo>
                  <a:pt x="8086" y="2364"/>
                </a:lnTo>
                <a:lnTo>
                  <a:pt x="7805" y="2279"/>
                </a:lnTo>
                <a:lnTo>
                  <a:pt x="7506" y="2220"/>
                </a:lnTo>
                <a:lnTo>
                  <a:pt x="7200" y="2211"/>
                </a:lnTo>
                <a:close/>
                <a:moveTo>
                  <a:pt x="7958" y="0"/>
                </a:moveTo>
                <a:lnTo>
                  <a:pt x="8207" y="26"/>
                </a:lnTo>
                <a:lnTo>
                  <a:pt x="8449" y="102"/>
                </a:lnTo>
                <a:lnTo>
                  <a:pt x="8672" y="213"/>
                </a:lnTo>
                <a:lnTo>
                  <a:pt x="8882" y="374"/>
                </a:lnTo>
                <a:lnTo>
                  <a:pt x="9073" y="570"/>
                </a:lnTo>
                <a:lnTo>
                  <a:pt x="9233" y="782"/>
                </a:lnTo>
                <a:lnTo>
                  <a:pt x="9366" y="1029"/>
                </a:lnTo>
                <a:lnTo>
                  <a:pt x="9462" y="1301"/>
                </a:lnTo>
                <a:lnTo>
                  <a:pt x="9519" y="1582"/>
                </a:lnTo>
                <a:lnTo>
                  <a:pt x="9526" y="1650"/>
                </a:lnTo>
                <a:lnTo>
                  <a:pt x="9532" y="1777"/>
                </a:lnTo>
                <a:lnTo>
                  <a:pt x="9545" y="1956"/>
                </a:lnTo>
                <a:lnTo>
                  <a:pt x="9558" y="2186"/>
                </a:lnTo>
                <a:lnTo>
                  <a:pt x="9570" y="2458"/>
                </a:lnTo>
                <a:lnTo>
                  <a:pt x="9589" y="2755"/>
                </a:lnTo>
                <a:lnTo>
                  <a:pt x="9608" y="3095"/>
                </a:lnTo>
                <a:lnTo>
                  <a:pt x="9628" y="3453"/>
                </a:lnTo>
                <a:lnTo>
                  <a:pt x="9640" y="3827"/>
                </a:lnTo>
                <a:lnTo>
                  <a:pt x="9659" y="4201"/>
                </a:lnTo>
                <a:lnTo>
                  <a:pt x="9679" y="4584"/>
                </a:lnTo>
                <a:lnTo>
                  <a:pt x="9691" y="4958"/>
                </a:lnTo>
                <a:lnTo>
                  <a:pt x="9717" y="5323"/>
                </a:lnTo>
                <a:lnTo>
                  <a:pt x="9730" y="5672"/>
                </a:lnTo>
                <a:lnTo>
                  <a:pt x="9742" y="5995"/>
                </a:lnTo>
                <a:lnTo>
                  <a:pt x="9857" y="5978"/>
                </a:lnTo>
                <a:lnTo>
                  <a:pt x="9946" y="5944"/>
                </a:lnTo>
                <a:lnTo>
                  <a:pt x="10023" y="5893"/>
                </a:lnTo>
                <a:lnTo>
                  <a:pt x="10080" y="5825"/>
                </a:lnTo>
                <a:lnTo>
                  <a:pt x="10137" y="5740"/>
                </a:lnTo>
                <a:lnTo>
                  <a:pt x="10188" y="5655"/>
                </a:lnTo>
                <a:lnTo>
                  <a:pt x="10290" y="5434"/>
                </a:lnTo>
                <a:lnTo>
                  <a:pt x="10360" y="5323"/>
                </a:lnTo>
                <a:lnTo>
                  <a:pt x="10437" y="5213"/>
                </a:lnTo>
                <a:lnTo>
                  <a:pt x="10469" y="5187"/>
                </a:lnTo>
                <a:lnTo>
                  <a:pt x="10539" y="5179"/>
                </a:lnTo>
                <a:lnTo>
                  <a:pt x="10634" y="5162"/>
                </a:lnTo>
                <a:lnTo>
                  <a:pt x="10959" y="5162"/>
                </a:lnTo>
                <a:lnTo>
                  <a:pt x="11055" y="5179"/>
                </a:lnTo>
                <a:lnTo>
                  <a:pt x="11119" y="5187"/>
                </a:lnTo>
                <a:lnTo>
                  <a:pt x="11163" y="5213"/>
                </a:lnTo>
                <a:lnTo>
                  <a:pt x="11240" y="5323"/>
                </a:lnTo>
                <a:lnTo>
                  <a:pt x="11303" y="5434"/>
                </a:lnTo>
                <a:lnTo>
                  <a:pt x="11354" y="5545"/>
                </a:lnTo>
                <a:lnTo>
                  <a:pt x="11412" y="5655"/>
                </a:lnTo>
                <a:lnTo>
                  <a:pt x="11456" y="5740"/>
                </a:lnTo>
                <a:lnTo>
                  <a:pt x="11507" y="5825"/>
                </a:lnTo>
                <a:lnTo>
                  <a:pt x="11571" y="5893"/>
                </a:lnTo>
                <a:lnTo>
                  <a:pt x="11647" y="5944"/>
                </a:lnTo>
                <a:lnTo>
                  <a:pt x="11737" y="5978"/>
                </a:lnTo>
                <a:lnTo>
                  <a:pt x="11851" y="5995"/>
                </a:lnTo>
                <a:lnTo>
                  <a:pt x="11864" y="5672"/>
                </a:lnTo>
                <a:lnTo>
                  <a:pt x="11883" y="5323"/>
                </a:lnTo>
                <a:lnTo>
                  <a:pt x="11902" y="4958"/>
                </a:lnTo>
                <a:lnTo>
                  <a:pt x="11921" y="4584"/>
                </a:lnTo>
                <a:lnTo>
                  <a:pt x="11934" y="4201"/>
                </a:lnTo>
                <a:lnTo>
                  <a:pt x="11972" y="3453"/>
                </a:lnTo>
                <a:lnTo>
                  <a:pt x="11985" y="3095"/>
                </a:lnTo>
                <a:lnTo>
                  <a:pt x="12004" y="2755"/>
                </a:lnTo>
                <a:lnTo>
                  <a:pt x="12017" y="2458"/>
                </a:lnTo>
                <a:lnTo>
                  <a:pt x="12036" y="2186"/>
                </a:lnTo>
                <a:lnTo>
                  <a:pt x="12049" y="1956"/>
                </a:lnTo>
                <a:lnTo>
                  <a:pt x="12062" y="1777"/>
                </a:lnTo>
                <a:lnTo>
                  <a:pt x="12068" y="1650"/>
                </a:lnTo>
                <a:lnTo>
                  <a:pt x="12074" y="1582"/>
                </a:lnTo>
                <a:lnTo>
                  <a:pt x="12132" y="1301"/>
                </a:lnTo>
                <a:lnTo>
                  <a:pt x="12234" y="1029"/>
                </a:lnTo>
                <a:lnTo>
                  <a:pt x="12361" y="782"/>
                </a:lnTo>
                <a:lnTo>
                  <a:pt x="12520" y="570"/>
                </a:lnTo>
                <a:lnTo>
                  <a:pt x="12712" y="374"/>
                </a:lnTo>
                <a:lnTo>
                  <a:pt x="12922" y="213"/>
                </a:lnTo>
                <a:lnTo>
                  <a:pt x="13145" y="102"/>
                </a:lnTo>
                <a:lnTo>
                  <a:pt x="13387" y="26"/>
                </a:lnTo>
                <a:lnTo>
                  <a:pt x="13635" y="0"/>
                </a:lnTo>
                <a:lnTo>
                  <a:pt x="13801" y="9"/>
                </a:lnTo>
                <a:lnTo>
                  <a:pt x="13967" y="43"/>
                </a:lnTo>
                <a:lnTo>
                  <a:pt x="14126" y="102"/>
                </a:lnTo>
                <a:lnTo>
                  <a:pt x="14279" y="179"/>
                </a:lnTo>
                <a:lnTo>
                  <a:pt x="14432" y="289"/>
                </a:lnTo>
                <a:lnTo>
                  <a:pt x="14585" y="425"/>
                </a:lnTo>
                <a:lnTo>
                  <a:pt x="14750" y="595"/>
                </a:lnTo>
                <a:lnTo>
                  <a:pt x="14910" y="799"/>
                </a:lnTo>
                <a:lnTo>
                  <a:pt x="15082" y="1037"/>
                </a:lnTo>
                <a:lnTo>
                  <a:pt x="15267" y="1318"/>
                </a:lnTo>
                <a:lnTo>
                  <a:pt x="15458" y="1641"/>
                </a:lnTo>
                <a:lnTo>
                  <a:pt x="15662" y="1998"/>
                </a:lnTo>
                <a:lnTo>
                  <a:pt x="15891" y="2407"/>
                </a:lnTo>
                <a:lnTo>
                  <a:pt x="15936" y="2500"/>
                </a:lnTo>
                <a:lnTo>
                  <a:pt x="15999" y="2636"/>
                </a:lnTo>
                <a:lnTo>
                  <a:pt x="16088" y="2798"/>
                </a:lnTo>
                <a:lnTo>
                  <a:pt x="16197" y="2993"/>
                </a:lnTo>
                <a:lnTo>
                  <a:pt x="16318" y="3223"/>
                </a:lnTo>
                <a:lnTo>
                  <a:pt x="16452" y="3487"/>
                </a:lnTo>
                <a:lnTo>
                  <a:pt x="16598" y="3759"/>
                </a:lnTo>
                <a:lnTo>
                  <a:pt x="16764" y="4073"/>
                </a:lnTo>
                <a:lnTo>
                  <a:pt x="16936" y="4397"/>
                </a:lnTo>
                <a:lnTo>
                  <a:pt x="17114" y="4745"/>
                </a:lnTo>
                <a:lnTo>
                  <a:pt x="17312" y="5102"/>
                </a:lnTo>
                <a:lnTo>
                  <a:pt x="17503" y="5485"/>
                </a:lnTo>
                <a:lnTo>
                  <a:pt x="17707" y="5868"/>
                </a:lnTo>
                <a:lnTo>
                  <a:pt x="17911" y="6259"/>
                </a:lnTo>
                <a:lnTo>
                  <a:pt x="18121" y="6659"/>
                </a:lnTo>
                <a:lnTo>
                  <a:pt x="18338" y="7067"/>
                </a:lnTo>
                <a:lnTo>
                  <a:pt x="18542" y="7466"/>
                </a:lnTo>
                <a:lnTo>
                  <a:pt x="18758" y="7866"/>
                </a:lnTo>
                <a:lnTo>
                  <a:pt x="18962" y="8266"/>
                </a:lnTo>
                <a:lnTo>
                  <a:pt x="19370" y="9031"/>
                </a:lnTo>
                <a:lnTo>
                  <a:pt x="19561" y="9405"/>
                </a:lnTo>
                <a:lnTo>
                  <a:pt x="19739" y="9754"/>
                </a:lnTo>
                <a:lnTo>
                  <a:pt x="19918" y="10094"/>
                </a:lnTo>
                <a:lnTo>
                  <a:pt x="20084" y="10409"/>
                </a:lnTo>
                <a:lnTo>
                  <a:pt x="20236" y="10698"/>
                </a:lnTo>
                <a:lnTo>
                  <a:pt x="20377" y="10970"/>
                </a:lnTo>
                <a:lnTo>
                  <a:pt x="20504" y="11208"/>
                </a:lnTo>
                <a:lnTo>
                  <a:pt x="20619" y="11429"/>
                </a:lnTo>
                <a:lnTo>
                  <a:pt x="20714" y="11616"/>
                </a:lnTo>
                <a:lnTo>
                  <a:pt x="20797" y="11761"/>
                </a:lnTo>
                <a:lnTo>
                  <a:pt x="20848" y="11863"/>
                </a:lnTo>
                <a:lnTo>
                  <a:pt x="20976" y="12127"/>
                </a:lnTo>
                <a:lnTo>
                  <a:pt x="21090" y="12416"/>
                </a:lnTo>
                <a:lnTo>
                  <a:pt x="21199" y="12739"/>
                </a:lnTo>
                <a:lnTo>
                  <a:pt x="21301" y="13079"/>
                </a:lnTo>
                <a:lnTo>
                  <a:pt x="21383" y="13428"/>
                </a:lnTo>
                <a:lnTo>
                  <a:pt x="21460" y="13793"/>
                </a:lnTo>
                <a:lnTo>
                  <a:pt x="21517" y="14142"/>
                </a:lnTo>
                <a:lnTo>
                  <a:pt x="21568" y="14474"/>
                </a:lnTo>
                <a:lnTo>
                  <a:pt x="21594" y="14780"/>
                </a:lnTo>
                <a:lnTo>
                  <a:pt x="21600" y="15069"/>
                </a:lnTo>
                <a:lnTo>
                  <a:pt x="21581" y="15664"/>
                </a:lnTo>
                <a:lnTo>
                  <a:pt x="21524" y="16243"/>
                </a:lnTo>
                <a:lnTo>
                  <a:pt x="21428" y="16804"/>
                </a:lnTo>
                <a:lnTo>
                  <a:pt x="21301" y="17340"/>
                </a:lnTo>
                <a:lnTo>
                  <a:pt x="21128" y="17867"/>
                </a:lnTo>
                <a:lnTo>
                  <a:pt x="20937" y="18369"/>
                </a:lnTo>
                <a:lnTo>
                  <a:pt x="20708" y="18828"/>
                </a:lnTo>
                <a:lnTo>
                  <a:pt x="20453" y="19278"/>
                </a:lnTo>
                <a:lnTo>
                  <a:pt x="20173" y="19678"/>
                </a:lnTo>
                <a:lnTo>
                  <a:pt x="19861" y="20052"/>
                </a:lnTo>
                <a:lnTo>
                  <a:pt x="19536" y="20392"/>
                </a:lnTo>
                <a:lnTo>
                  <a:pt x="19185" y="20699"/>
                </a:lnTo>
                <a:lnTo>
                  <a:pt x="18809" y="20971"/>
                </a:lnTo>
                <a:lnTo>
                  <a:pt x="18421" y="21183"/>
                </a:lnTo>
                <a:lnTo>
                  <a:pt x="18013" y="21362"/>
                </a:lnTo>
                <a:lnTo>
                  <a:pt x="17599" y="21489"/>
                </a:lnTo>
                <a:lnTo>
                  <a:pt x="17159" y="21566"/>
                </a:lnTo>
                <a:lnTo>
                  <a:pt x="16719" y="21600"/>
                </a:lnTo>
                <a:lnTo>
                  <a:pt x="16267" y="21566"/>
                </a:lnTo>
                <a:lnTo>
                  <a:pt x="15840" y="21489"/>
                </a:lnTo>
                <a:lnTo>
                  <a:pt x="15419" y="21362"/>
                </a:lnTo>
                <a:lnTo>
                  <a:pt x="15018" y="21183"/>
                </a:lnTo>
                <a:lnTo>
                  <a:pt x="14629" y="20971"/>
                </a:lnTo>
                <a:lnTo>
                  <a:pt x="14253" y="20699"/>
                </a:lnTo>
                <a:lnTo>
                  <a:pt x="13903" y="20392"/>
                </a:lnTo>
                <a:lnTo>
                  <a:pt x="13578" y="20052"/>
                </a:lnTo>
                <a:lnTo>
                  <a:pt x="13266" y="19678"/>
                </a:lnTo>
                <a:lnTo>
                  <a:pt x="12985" y="19278"/>
                </a:lnTo>
                <a:lnTo>
                  <a:pt x="12731" y="18828"/>
                </a:lnTo>
                <a:lnTo>
                  <a:pt x="12508" y="18369"/>
                </a:lnTo>
                <a:lnTo>
                  <a:pt x="12316" y="17867"/>
                </a:lnTo>
                <a:lnTo>
                  <a:pt x="12144" y="17340"/>
                </a:lnTo>
                <a:lnTo>
                  <a:pt x="12017" y="16804"/>
                </a:lnTo>
                <a:lnTo>
                  <a:pt x="11921" y="16243"/>
                </a:lnTo>
                <a:lnTo>
                  <a:pt x="11864" y="15664"/>
                </a:lnTo>
                <a:lnTo>
                  <a:pt x="11845" y="15069"/>
                </a:lnTo>
                <a:lnTo>
                  <a:pt x="11845" y="13419"/>
                </a:lnTo>
                <a:lnTo>
                  <a:pt x="11839" y="13241"/>
                </a:lnTo>
                <a:lnTo>
                  <a:pt x="11832" y="13079"/>
                </a:lnTo>
                <a:lnTo>
                  <a:pt x="11819" y="12943"/>
                </a:lnTo>
                <a:lnTo>
                  <a:pt x="11788" y="12815"/>
                </a:lnTo>
                <a:lnTo>
                  <a:pt x="11743" y="12705"/>
                </a:lnTo>
                <a:lnTo>
                  <a:pt x="11686" y="12620"/>
                </a:lnTo>
                <a:lnTo>
                  <a:pt x="11603" y="12543"/>
                </a:lnTo>
                <a:lnTo>
                  <a:pt x="11501" y="12492"/>
                </a:lnTo>
                <a:lnTo>
                  <a:pt x="11386" y="12467"/>
                </a:lnTo>
                <a:lnTo>
                  <a:pt x="11227" y="12458"/>
                </a:lnTo>
                <a:lnTo>
                  <a:pt x="10367" y="12458"/>
                </a:lnTo>
                <a:lnTo>
                  <a:pt x="10214" y="12467"/>
                </a:lnTo>
                <a:lnTo>
                  <a:pt x="10093" y="12492"/>
                </a:lnTo>
                <a:lnTo>
                  <a:pt x="10004" y="12543"/>
                </a:lnTo>
                <a:lnTo>
                  <a:pt x="9933" y="12620"/>
                </a:lnTo>
                <a:lnTo>
                  <a:pt x="9889" y="12705"/>
                </a:lnTo>
                <a:lnTo>
                  <a:pt x="9857" y="12815"/>
                </a:lnTo>
                <a:lnTo>
                  <a:pt x="9844" y="12943"/>
                </a:lnTo>
                <a:lnTo>
                  <a:pt x="9832" y="13079"/>
                </a:lnTo>
                <a:lnTo>
                  <a:pt x="9825" y="13241"/>
                </a:lnTo>
                <a:lnTo>
                  <a:pt x="9825" y="15069"/>
                </a:lnTo>
                <a:lnTo>
                  <a:pt x="9806" y="15664"/>
                </a:lnTo>
                <a:lnTo>
                  <a:pt x="9749" y="16243"/>
                </a:lnTo>
                <a:lnTo>
                  <a:pt x="9653" y="16804"/>
                </a:lnTo>
                <a:lnTo>
                  <a:pt x="9519" y="17340"/>
                </a:lnTo>
                <a:lnTo>
                  <a:pt x="9354" y="17867"/>
                </a:lnTo>
                <a:lnTo>
                  <a:pt x="9156" y="18369"/>
                </a:lnTo>
                <a:lnTo>
                  <a:pt x="8927" y="18828"/>
                </a:lnTo>
                <a:lnTo>
                  <a:pt x="8665" y="19278"/>
                </a:lnTo>
                <a:lnTo>
                  <a:pt x="8385" y="19678"/>
                </a:lnTo>
                <a:lnTo>
                  <a:pt x="8079" y="20052"/>
                </a:lnTo>
                <a:lnTo>
                  <a:pt x="7742" y="20392"/>
                </a:lnTo>
                <a:lnTo>
                  <a:pt x="7385" y="20699"/>
                </a:lnTo>
                <a:lnTo>
                  <a:pt x="7022" y="20971"/>
                </a:lnTo>
                <a:lnTo>
                  <a:pt x="6620" y="21183"/>
                </a:lnTo>
                <a:lnTo>
                  <a:pt x="6219" y="21362"/>
                </a:lnTo>
                <a:lnTo>
                  <a:pt x="5798" y="21489"/>
                </a:lnTo>
                <a:lnTo>
                  <a:pt x="5365" y="21566"/>
                </a:lnTo>
                <a:lnTo>
                  <a:pt x="4919" y="21600"/>
                </a:lnTo>
                <a:lnTo>
                  <a:pt x="4473" y="21566"/>
                </a:lnTo>
                <a:lnTo>
                  <a:pt x="4033" y="21489"/>
                </a:lnTo>
                <a:lnTo>
                  <a:pt x="3619" y="21362"/>
                </a:lnTo>
                <a:lnTo>
                  <a:pt x="3211" y="21183"/>
                </a:lnTo>
                <a:lnTo>
                  <a:pt x="2816" y="20971"/>
                </a:lnTo>
                <a:lnTo>
                  <a:pt x="2440" y="20699"/>
                </a:lnTo>
                <a:lnTo>
                  <a:pt x="2090" y="20392"/>
                </a:lnTo>
                <a:lnTo>
                  <a:pt x="1759" y="20052"/>
                </a:lnTo>
                <a:lnTo>
                  <a:pt x="1446" y="19678"/>
                </a:lnTo>
                <a:lnTo>
                  <a:pt x="1160" y="19278"/>
                </a:lnTo>
                <a:lnTo>
                  <a:pt x="905" y="18828"/>
                </a:lnTo>
                <a:lnTo>
                  <a:pt x="675" y="18369"/>
                </a:lnTo>
                <a:lnTo>
                  <a:pt x="478" y="17867"/>
                </a:lnTo>
                <a:lnTo>
                  <a:pt x="306" y="17340"/>
                </a:lnTo>
                <a:lnTo>
                  <a:pt x="172" y="16804"/>
                </a:lnTo>
                <a:lnTo>
                  <a:pt x="83" y="16243"/>
                </a:lnTo>
                <a:lnTo>
                  <a:pt x="19" y="15664"/>
                </a:lnTo>
                <a:lnTo>
                  <a:pt x="0" y="15069"/>
                </a:lnTo>
                <a:lnTo>
                  <a:pt x="6" y="14780"/>
                </a:lnTo>
                <a:lnTo>
                  <a:pt x="38" y="14474"/>
                </a:lnTo>
                <a:lnTo>
                  <a:pt x="83" y="14142"/>
                </a:lnTo>
                <a:lnTo>
                  <a:pt x="140" y="13793"/>
                </a:lnTo>
                <a:lnTo>
                  <a:pt x="217" y="13428"/>
                </a:lnTo>
                <a:lnTo>
                  <a:pt x="299" y="13079"/>
                </a:lnTo>
                <a:lnTo>
                  <a:pt x="395" y="12739"/>
                </a:lnTo>
                <a:lnTo>
                  <a:pt x="503" y="12416"/>
                </a:lnTo>
                <a:lnTo>
                  <a:pt x="624" y="12127"/>
                </a:lnTo>
                <a:lnTo>
                  <a:pt x="745" y="11863"/>
                </a:lnTo>
                <a:lnTo>
                  <a:pt x="803" y="11761"/>
                </a:lnTo>
                <a:lnTo>
                  <a:pt x="879" y="11616"/>
                </a:lnTo>
                <a:lnTo>
                  <a:pt x="975" y="11429"/>
                </a:lnTo>
                <a:lnTo>
                  <a:pt x="1083" y="11208"/>
                </a:lnTo>
                <a:lnTo>
                  <a:pt x="1211" y="10970"/>
                </a:lnTo>
                <a:lnTo>
                  <a:pt x="1357" y="10698"/>
                </a:lnTo>
                <a:lnTo>
                  <a:pt x="1510" y="10409"/>
                </a:lnTo>
                <a:lnTo>
                  <a:pt x="1676" y="10094"/>
                </a:lnTo>
                <a:lnTo>
                  <a:pt x="1848" y="9754"/>
                </a:lnTo>
                <a:lnTo>
                  <a:pt x="2039" y="9405"/>
                </a:lnTo>
                <a:lnTo>
                  <a:pt x="2230" y="9031"/>
                </a:lnTo>
                <a:lnTo>
                  <a:pt x="2428" y="8649"/>
                </a:lnTo>
                <a:lnTo>
                  <a:pt x="2632" y="8266"/>
                </a:lnTo>
                <a:lnTo>
                  <a:pt x="3052" y="7466"/>
                </a:lnTo>
                <a:lnTo>
                  <a:pt x="3262" y="7067"/>
                </a:lnTo>
                <a:lnTo>
                  <a:pt x="3473" y="6659"/>
                </a:lnTo>
                <a:lnTo>
                  <a:pt x="3683" y="6259"/>
                </a:lnTo>
                <a:lnTo>
                  <a:pt x="3887" y="5868"/>
                </a:lnTo>
                <a:lnTo>
                  <a:pt x="4091" y="5485"/>
                </a:lnTo>
                <a:lnTo>
                  <a:pt x="4288" y="5102"/>
                </a:lnTo>
                <a:lnTo>
                  <a:pt x="4479" y="4745"/>
                </a:lnTo>
                <a:lnTo>
                  <a:pt x="4658" y="4397"/>
                </a:lnTo>
                <a:lnTo>
                  <a:pt x="4836" y="4073"/>
                </a:lnTo>
                <a:lnTo>
                  <a:pt x="4995" y="3759"/>
                </a:lnTo>
                <a:lnTo>
                  <a:pt x="5142" y="3487"/>
                </a:lnTo>
                <a:lnTo>
                  <a:pt x="5276" y="3223"/>
                </a:lnTo>
                <a:lnTo>
                  <a:pt x="5397" y="2993"/>
                </a:lnTo>
                <a:lnTo>
                  <a:pt x="5505" y="2798"/>
                </a:lnTo>
                <a:lnTo>
                  <a:pt x="5588" y="2636"/>
                </a:lnTo>
                <a:lnTo>
                  <a:pt x="5658" y="2500"/>
                </a:lnTo>
                <a:lnTo>
                  <a:pt x="5703" y="2407"/>
                </a:lnTo>
                <a:lnTo>
                  <a:pt x="5932" y="1998"/>
                </a:lnTo>
                <a:lnTo>
                  <a:pt x="6136" y="1641"/>
                </a:lnTo>
                <a:lnTo>
                  <a:pt x="6327" y="1318"/>
                </a:lnTo>
                <a:lnTo>
                  <a:pt x="6512" y="1037"/>
                </a:lnTo>
                <a:lnTo>
                  <a:pt x="6684" y="799"/>
                </a:lnTo>
                <a:lnTo>
                  <a:pt x="6850" y="595"/>
                </a:lnTo>
                <a:lnTo>
                  <a:pt x="7002" y="425"/>
                </a:lnTo>
                <a:lnTo>
                  <a:pt x="7162" y="289"/>
                </a:lnTo>
                <a:lnTo>
                  <a:pt x="7315" y="179"/>
                </a:lnTo>
                <a:lnTo>
                  <a:pt x="7468" y="102"/>
                </a:lnTo>
                <a:lnTo>
                  <a:pt x="7627" y="43"/>
                </a:lnTo>
                <a:lnTo>
                  <a:pt x="7793" y="9"/>
                </a:lnTo>
                <a:lnTo>
                  <a:pt x="7958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81" name="Group 14"/>
          <p:cNvGrpSpPr/>
          <p:nvPr/>
        </p:nvGrpSpPr>
        <p:grpSpPr>
          <a:xfrm>
            <a:off x="6345373" y="2438267"/>
            <a:ext cx="713405" cy="692801"/>
            <a:chOff x="0" y="0"/>
            <a:chExt cx="713403" cy="692799"/>
          </a:xfrm>
        </p:grpSpPr>
        <p:sp>
          <p:nvSpPr>
            <p:cNvPr id="275" name="Freeform 16"/>
            <p:cNvSpPr/>
            <p:nvPr/>
          </p:nvSpPr>
          <p:spPr>
            <a:xfrm>
              <a:off x="620687" y="197023"/>
              <a:ext cx="73401" cy="79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32" y="0"/>
                  </a:lnTo>
                  <a:lnTo>
                    <a:pt x="12732" y="175"/>
                  </a:lnTo>
                  <a:lnTo>
                    <a:pt x="14569" y="640"/>
                  </a:lnTo>
                  <a:lnTo>
                    <a:pt x="16279" y="1397"/>
                  </a:lnTo>
                  <a:lnTo>
                    <a:pt x="17736" y="2329"/>
                  </a:lnTo>
                  <a:lnTo>
                    <a:pt x="19066" y="3551"/>
                  </a:lnTo>
                  <a:lnTo>
                    <a:pt x="20080" y="5007"/>
                  </a:lnTo>
                  <a:lnTo>
                    <a:pt x="20903" y="6463"/>
                  </a:lnTo>
                  <a:lnTo>
                    <a:pt x="21410" y="8209"/>
                  </a:lnTo>
                  <a:lnTo>
                    <a:pt x="21600" y="9956"/>
                  </a:lnTo>
                  <a:lnTo>
                    <a:pt x="21600" y="11644"/>
                  </a:lnTo>
                  <a:lnTo>
                    <a:pt x="21410" y="13449"/>
                  </a:lnTo>
                  <a:lnTo>
                    <a:pt x="20903" y="15137"/>
                  </a:lnTo>
                  <a:lnTo>
                    <a:pt x="20080" y="16709"/>
                  </a:lnTo>
                  <a:lnTo>
                    <a:pt x="19066" y="18107"/>
                  </a:lnTo>
                  <a:lnTo>
                    <a:pt x="17736" y="19271"/>
                  </a:lnTo>
                  <a:lnTo>
                    <a:pt x="16279" y="20319"/>
                  </a:lnTo>
                  <a:lnTo>
                    <a:pt x="14569" y="21018"/>
                  </a:lnTo>
                  <a:lnTo>
                    <a:pt x="12732" y="21484"/>
                  </a:lnTo>
                  <a:lnTo>
                    <a:pt x="10832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6" name="Freeform 17"/>
            <p:cNvSpPr/>
            <p:nvPr/>
          </p:nvSpPr>
          <p:spPr>
            <a:xfrm>
              <a:off x="620687" y="291027"/>
              <a:ext cx="73401" cy="79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32" y="0"/>
                  </a:lnTo>
                  <a:lnTo>
                    <a:pt x="12732" y="232"/>
                  </a:lnTo>
                  <a:lnTo>
                    <a:pt x="14569" y="639"/>
                  </a:lnTo>
                  <a:lnTo>
                    <a:pt x="16279" y="1394"/>
                  </a:lnTo>
                  <a:lnTo>
                    <a:pt x="17736" y="2381"/>
                  </a:lnTo>
                  <a:lnTo>
                    <a:pt x="19066" y="3542"/>
                  </a:lnTo>
                  <a:lnTo>
                    <a:pt x="20080" y="4935"/>
                  </a:lnTo>
                  <a:lnTo>
                    <a:pt x="20903" y="6503"/>
                  </a:lnTo>
                  <a:lnTo>
                    <a:pt x="21410" y="8187"/>
                  </a:lnTo>
                  <a:lnTo>
                    <a:pt x="21600" y="9987"/>
                  </a:lnTo>
                  <a:lnTo>
                    <a:pt x="21600" y="11671"/>
                  </a:lnTo>
                  <a:lnTo>
                    <a:pt x="21410" y="13413"/>
                  </a:lnTo>
                  <a:lnTo>
                    <a:pt x="20903" y="15097"/>
                  </a:lnTo>
                  <a:lnTo>
                    <a:pt x="20080" y="16665"/>
                  </a:lnTo>
                  <a:lnTo>
                    <a:pt x="19066" y="18058"/>
                  </a:lnTo>
                  <a:lnTo>
                    <a:pt x="17736" y="19277"/>
                  </a:lnTo>
                  <a:lnTo>
                    <a:pt x="16279" y="20265"/>
                  </a:lnTo>
                  <a:lnTo>
                    <a:pt x="14569" y="20961"/>
                  </a:lnTo>
                  <a:lnTo>
                    <a:pt x="12732" y="21484"/>
                  </a:lnTo>
                  <a:lnTo>
                    <a:pt x="10832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" name="Freeform 18"/>
            <p:cNvSpPr/>
            <p:nvPr/>
          </p:nvSpPr>
          <p:spPr>
            <a:xfrm>
              <a:off x="620687" y="385031"/>
              <a:ext cx="73401" cy="79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0832" y="0"/>
                  </a:lnTo>
                  <a:lnTo>
                    <a:pt x="12732" y="175"/>
                  </a:lnTo>
                  <a:lnTo>
                    <a:pt x="14569" y="582"/>
                  </a:lnTo>
                  <a:lnTo>
                    <a:pt x="16279" y="1397"/>
                  </a:lnTo>
                  <a:lnTo>
                    <a:pt x="17736" y="2329"/>
                  </a:lnTo>
                  <a:lnTo>
                    <a:pt x="19066" y="3551"/>
                  </a:lnTo>
                  <a:lnTo>
                    <a:pt x="20080" y="4891"/>
                  </a:lnTo>
                  <a:lnTo>
                    <a:pt x="20903" y="6463"/>
                  </a:lnTo>
                  <a:lnTo>
                    <a:pt x="21410" y="8151"/>
                  </a:lnTo>
                  <a:lnTo>
                    <a:pt x="21600" y="9956"/>
                  </a:lnTo>
                  <a:lnTo>
                    <a:pt x="21600" y="11644"/>
                  </a:lnTo>
                  <a:lnTo>
                    <a:pt x="21410" y="13449"/>
                  </a:lnTo>
                  <a:lnTo>
                    <a:pt x="20903" y="15137"/>
                  </a:lnTo>
                  <a:lnTo>
                    <a:pt x="20080" y="16709"/>
                  </a:lnTo>
                  <a:lnTo>
                    <a:pt x="19066" y="18049"/>
                  </a:lnTo>
                  <a:lnTo>
                    <a:pt x="17736" y="19271"/>
                  </a:lnTo>
                  <a:lnTo>
                    <a:pt x="16279" y="20261"/>
                  </a:lnTo>
                  <a:lnTo>
                    <a:pt x="14569" y="21018"/>
                  </a:lnTo>
                  <a:lnTo>
                    <a:pt x="12732" y="21484"/>
                  </a:lnTo>
                  <a:lnTo>
                    <a:pt x="10832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8" name="Freeform 19"/>
            <p:cNvSpPr/>
            <p:nvPr/>
          </p:nvSpPr>
          <p:spPr>
            <a:xfrm>
              <a:off x="620687" y="61811"/>
              <a:ext cx="92717" cy="92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5924" y="0"/>
                  </a:moveTo>
                  <a:lnTo>
                    <a:pt x="17129" y="150"/>
                  </a:lnTo>
                  <a:lnTo>
                    <a:pt x="18184" y="499"/>
                  </a:lnTo>
                  <a:lnTo>
                    <a:pt x="19189" y="1097"/>
                  </a:lnTo>
                  <a:lnTo>
                    <a:pt x="19993" y="1846"/>
                  </a:lnTo>
                  <a:lnTo>
                    <a:pt x="20646" y="2794"/>
                  </a:lnTo>
                  <a:lnTo>
                    <a:pt x="21148" y="3841"/>
                  </a:lnTo>
                  <a:lnTo>
                    <a:pt x="21449" y="5088"/>
                  </a:lnTo>
                  <a:lnTo>
                    <a:pt x="21600" y="6435"/>
                  </a:lnTo>
                  <a:lnTo>
                    <a:pt x="21600" y="7632"/>
                  </a:lnTo>
                  <a:lnTo>
                    <a:pt x="21399" y="9428"/>
                  </a:lnTo>
                  <a:lnTo>
                    <a:pt x="20897" y="11224"/>
                  </a:lnTo>
                  <a:lnTo>
                    <a:pt x="20193" y="12920"/>
                  </a:lnTo>
                  <a:lnTo>
                    <a:pt x="19239" y="14516"/>
                  </a:lnTo>
                  <a:lnTo>
                    <a:pt x="17983" y="16013"/>
                  </a:lnTo>
                  <a:lnTo>
                    <a:pt x="16627" y="17210"/>
                  </a:lnTo>
                  <a:lnTo>
                    <a:pt x="15120" y="18258"/>
                  </a:lnTo>
                  <a:lnTo>
                    <a:pt x="13513" y="19056"/>
                  </a:lnTo>
                  <a:lnTo>
                    <a:pt x="0" y="21600"/>
                  </a:lnTo>
                  <a:lnTo>
                    <a:pt x="0" y="1846"/>
                  </a:lnTo>
                  <a:lnTo>
                    <a:pt x="13362" y="299"/>
                  </a:lnTo>
                  <a:lnTo>
                    <a:pt x="14718" y="50"/>
                  </a:lnTo>
                  <a:lnTo>
                    <a:pt x="15924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9" name="Freeform 20"/>
            <p:cNvSpPr/>
            <p:nvPr/>
          </p:nvSpPr>
          <p:spPr>
            <a:xfrm>
              <a:off x="292315" y="0"/>
              <a:ext cx="315495" cy="540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480" y="0"/>
                  </a:moveTo>
                  <a:lnTo>
                    <a:pt x="19135" y="0"/>
                  </a:lnTo>
                  <a:lnTo>
                    <a:pt x="19575" y="26"/>
                  </a:lnTo>
                  <a:lnTo>
                    <a:pt x="20001" y="103"/>
                  </a:lnTo>
                  <a:lnTo>
                    <a:pt x="20367" y="206"/>
                  </a:lnTo>
                  <a:lnTo>
                    <a:pt x="20720" y="343"/>
                  </a:lnTo>
                  <a:lnTo>
                    <a:pt x="21013" y="523"/>
                  </a:lnTo>
                  <a:lnTo>
                    <a:pt x="21263" y="728"/>
                  </a:lnTo>
                  <a:lnTo>
                    <a:pt x="21439" y="960"/>
                  </a:lnTo>
                  <a:lnTo>
                    <a:pt x="21556" y="1200"/>
                  </a:lnTo>
                  <a:lnTo>
                    <a:pt x="21600" y="1457"/>
                  </a:lnTo>
                  <a:lnTo>
                    <a:pt x="21600" y="20143"/>
                  </a:lnTo>
                  <a:lnTo>
                    <a:pt x="21556" y="20409"/>
                  </a:lnTo>
                  <a:lnTo>
                    <a:pt x="21439" y="20658"/>
                  </a:lnTo>
                  <a:lnTo>
                    <a:pt x="21263" y="20880"/>
                  </a:lnTo>
                  <a:lnTo>
                    <a:pt x="21013" y="21086"/>
                  </a:lnTo>
                  <a:lnTo>
                    <a:pt x="20720" y="21266"/>
                  </a:lnTo>
                  <a:lnTo>
                    <a:pt x="20367" y="21403"/>
                  </a:lnTo>
                  <a:lnTo>
                    <a:pt x="20001" y="21514"/>
                  </a:lnTo>
                  <a:lnTo>
                    <a:pt x="19575" y="21583"/>
                  </a:lnTo>
                  <a:lnTo>
                    <a:pt x="19135" y="21600"/>
                  </a:lnTo>
                  <a:lnTo>
                    <a:pt x="13896" y="21600"/>
                  </a:lnTo>
                  <a:lnTo>
                    <a:pt x="13970" y="21446"/>
                  </a:lnTo>
                  <a:lnTo>
                    <a:pt x="14014" y="21317"/>
                  </a:lnTo>
                  <a:lnTo>
                    <a:pt x="14072" y="21214"/>
                  </a:lnTo>
                  <a:lnTo>
                    <a:pt x="14102" y="21137"/>
                  </a:lnTo>
                  <a:lnTo>
                    <a:pt x="14102" y="21103"/>
                  </a:lnTo>
                  <a:lnTo>
                    <a:pt x="14336" y="20418"/>
                  </a:lnTo>
                  <a:lnTo>
                    <a:pt x="11901" y="20418"/>
                  </a:lnTo>
                  <a:lnTo>
                    <a:pt x="12077" y="20281"/>
                  </a:lnTo>
                  <a:lnTo>
                    <a:pt x="12209" y="20135"/>
                  </a:lnTo>
                  <a:lnTo>
                    <a:pt x="12297" y="19964"/>
                  </a:lnTo>
                  <a:lnTo>
                    <a:pt x="12326" y="19801"/>
                  </a:lnTo>
                  <a:lnTo>
                    <a:pt x="12282" y="19587"/>
                  </a:lnTo>
                  <a:lnTo>
                    <a:pt x="12165" y="19389"/>
                  </a:lnTo>
                  <a:lnTo>
                    <a:pt x="11974" y="19227"/>
                  </a:lnTo>
                  <a:lnTo>
                    <a:pt x="11739" y="19081"/>
                  </a:lnTo>
                  <a:lnTo>
                    <a:pt x="11446" y="18978"/>
                  </a:lnTo>
                  <a:lnTo>
                    <a:pt x="11123" y="18901"/>
                  </a:lnTo>
                  <a:lnTo>
                    <a:pt x="10756" y="18875"/>
                  </a:lnTo>
                  <a:lnTo>
                    <a:pt x="10404" y="18901"/>
                  </a:lnTo>
                  <a:lnTo>
                    <a:pt x="10066" y="18978"/>
                  </a:lnTo>
                  <a:lnTo>
                    <a:pt x="9788" y="19081"/>
                  </a:lnTo>
                  <a:lnTo>
                    <a:pt x="9538" y="19227"/>
                  </a:lnTo>
                  <a:lnTo>
                    <a:pt x="9362" y="19389"/>
                  </a:lnTo>
                  <a:lnTo>
                    <a:pt x="9245" y="19587"/>
                  </a:lnTo>
                  <a:lnTo>
                    <a:pt x="9201" y="19801"/>
                  </a:lnTo>
                  <a:lnTo>
                    <a:pt x="9230" y="19964"/>
                  </a:lnTo>
                  <a:lnTo>
                    <a:pt x="9318" y="20135"/>
                  </a:lnTo>
                  <a:lnTo>
                    <a:pt x="9435" y="20281"/>
                  </a:lnTo>
                  <a:lnTo>
                    <a:pt x="9626" y="20418"/>
                  </a:lnTo>
                  <a:lnTo>
                    <a:pt x="5283" y="20418"/>
                  </a:lnTo>
                  <a:lnTo>
                    <a:pt x="5297" y="20400"/>
                  </a:lnTo>
                  <a:lnTo>
                    <a:pt x="5327" y="20340"/>
                  </a:lnTo>
                  <a:lnTo>
                    <a:pt x="5356" y="20272"/>
                  </a:lnTo>
                  <a:lnTo>
                    <a:pt x="5415" y="20186"/>
                  </a:lnTo>
                  <a:lnTo>
                    <a:pt x="5459" y="20092"/>
                  </a:lnTo>
                  <a:lnTo>
                    <a:pt x="5459" y="17599"/>
                  </a:lnTo>
                  <a:lnTo>
                    <a:pt x="17579" y="17599"/>
                  </a:lnTo>
                  <a:lnTo>
                    <a:pt x="17785" y="17573"/>
                  </a:lnTo>
                  <a:lnTo>
                    <a:pt x="17990" y="17513"/>
                  </a:lnTo>
                  <a:lnTo>
                    <a:pt x="18137" y="17427"/>
                  </a:lnTo>
                  <a:lnTo>
                    <a:pt x="18225" y="17325"/>
                  </a:lnTo>
                  <a:lnTo>
                    <a:pt x="18254" y="17187"/>
                  </a:lnTo>
                  <a:lnTo>
                    <a:pt x="18254" y="2810"/>
                  </a:lnTo>
                  <a:lnTo>
                    <a:pt x="18225" y="2682"/>
                  </a:lnTo>
                  <a:lnTo>
                    <a:pt x="18137" y="2570"/>
                  </a:lnTo>
                  <a:lnTo>
                    <a:pt x="17990" y="2485"/>
                  </a:lnTo>
                  <a:lnTo>
                    <a:pt x="17785" y="2433"/>
                  </a:lnTo>
                  <a:lnTo>
                    <a:pt x="17579" y="2408"/>
                  </a:lnTo>
                  <a:lnTo>
                    <a:pt x="4035" y="2408"/>
                  </a:lnTo>
                  <a:lnTo>
                    <a:pt x="3801" y="2433"/>
                  </a:lnTo>
                  <a:lnTo>
                    <a:pt x="3624" y="2485"/>
                  </a:lnTo>
                  <a:lnTo>
                    <a:pt x="3478" y="2570"/>
                  </a:lnTo>
                  <a:lnTo>
                    <a:pt x="3390" y="2682"/>
                  </a:lnTo>
                  <a:lnTo>
                    <a:pt x="3346" y="2810"/>
                  </a:lnTo>
                  <a:lnTo>
                    <a:pt x="3346" y="12501"/>
                  </a:lnTo>
                  <a:lnTo>
                    <a:pt x="0" y="12501"/>
                  </a:lnTo>
                  <a:lnTo>
                    <a:pt x="0" y="1457"/>
                  </a:lnTo>
                  <a:lnTo>
                    <a:pt x="44" y="1200"/>
                  </a:lnTo>
                  <a:lnTo>
                    <a:pt x="161" y="960"/>
                  </a:lnTo>
                  <a:lnTo>
                    <a:pt x="337" y="728"/>
                  </a:lnTo>
                  <a:lnTo>
                    <a:pt x="587" y="523"/>
                  </a:lnTo>
                  <a:lnTo>
                    <a:pt x="880" y="343"/>
                  </a:lnTo>
                  <a:lnTo>
                    <a:pt x="1218" y="206"/>
                  </a:lnTo>
                  <a:lnTo>
                    <a:pt x="1614" y="103"/>
                  </a:lnTo>
                  <a:lnTo>
                    <a:pt x="2040" y="26"/>
                  </a:lnTo>
                  <a:lnTo>
                    <a:pt x="248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" name="Freeform 21"/>
            <p:cNvSpPr/>
            <p:nvPr/>
          </p:nvSpPr>
          <p:spPr>
            <a:xfrm>
              <a:off x="0" y="190584"/>
              <a:ext cx="518957" cy="502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1193" y="0"/>
                  </a:moveTo>
                  <a:lnTo>
                    <a:pt x="11193" y="6156"/>
                  </a:lnTo>
                  <a:lnTo>
                    <a:pt x="19571" y="6156"/>
                  </a:lnTo>
                  <a:lnTo>
                    <a:pt x="19892" y="6183"/>
                  </a:lnTo>
                  <a:lnTo>
                    <a:pt x="20205" y="6248"/>
                  </a:lnTo>
                  <a:lnTo>
                    <a:pt x="20500" y="6368"/>
                  </a:lnTo>
                  <a:lnTo>
                    <a:pt x="20769" y="6535"/>
                  </a:lnTo>
                  <a:lnTo>
                    <a:pt x="21001" y="6719"/>
                  </a:lnTo>
                  <a:lnTo>
                    <a:pt x="21207" y="6950"/>
                  </a:lnTo>
                  <a:lnTo>
                    <a:pt x="21368" y="7209"/>
                  </a:lnTo>
                  <a:lnTo>
                    <a:pt x="21484" y="7496"/>
                  </a:lnTo>
                  <a:lnTo>
                    <a:pt x="21573" y="7792"/>
                  </a:lnTo>
                  <a:lnTo>
                    <a:pt x="21600" y="8115"/>
                  </a:lnTo>
                  <a:lnTo>
                    <a:pt x="21573" y="8429"/>
                  </a:lnTo>
                  <a:lnTo>
                    <a:pt x="21484" y="8734"/>
                  </a:lnTo>
                  <a:lnTo>
                    <a:pt x="21368" y="9021"/>
                  </a:lnTo>
                  <a:lnTo>
                    <a:pt x="21207" y="9280"/>
                  </a:lnTo>
                  <a:lnTo>
                    <a:pt x="21001" y="9511"/>
                  </a:lnTo>
                  <a:lnTo>
                    <a:pt x="20769" y="9696"/>
                  </a:lnTo>
                  <a:lnTo>
                    <a:pt x="20500" y="9862"/>
                  </a:lnTo>
                  <a:lnTo>
                    <a:pt x="20205" y="9982"/>
                  </a:lnTo>
                  <a:lnTo>
                    <a:pt x="19892" y="10047"/>
                  </a:lnTo>
                  <a:lnTo>
                    <a:pt x="19571" y="10074"/>
                  </a:lnTo>
                  <a:lnTo>
                    <a:pt x="14448" y="10074"/>
                  </a:lnTo>
                  <a:lnTo>
                    <a:pt x="14448" y="13559"/>
                  </a:lnTo>
                  <a:lnTo>
                    <a:pt x="14340" y="13901"/>
                  </a:lnTo>
                  <a:lnTo>
                    <a:pt x="14206" y="14243"/>
                  </a:lnTo>
                  <a:lnTo>
                    <a:pt x="14054" y="14576"/>
                  </a:lnTo>
                  <a:lnTo>
                    <a:pt x="13884" y="14908"/>
                  </a:lnTo>
                  <a:lnTo>
                    <a:pt x="13697" y="15223"/>
                  </a:lnTo>
                  <a:lnTo>
                    <a:pt x="13509" y="15537"/>
                  </a:lnTo>
                  <a:lnTo>
                    <a:pt x="13312" y="15842"/>
                  </a:lnTo>
                  <a:lnTo>
                    <a:pt x="13107" y="16128"/>
                  </a:lnTo>
                  <a:lnTo>
                    <a:pt x="12901" y="16406"/>
                  </a:lnTo>
                  <a:lnTo>
                    <a:pt x="12713" y="16664"/>
                  </a:lnTo>
                  <a:lnTo>
                    <a:pt x="12517" y="16905"/>
                  </a:lnTo>
                  <a:lnTo>
                    <a:pt x="12338" y="17127"/>
                  </a:lnTo>
                  <a:lnTo>
                    <a:pt x="12159" y="17311"/>
                  </a:lnTo>
                  <a:lnTo>
                    <a:pt x="12007" y="17487"/>
                  </a:lnTo>
                  <a:lnTo>
                    <a:pt x="11882" y="17626"/>
                  </a:lnTo>
                  <a:lnTo>
                    <a:pt x="11766" y="17746"/>
                  </a:lnTo>
                  <a:lnTo>
                    <a:pt x="11685" y="17829"/>
                  </a:lnTo>
                  <a:lnTo>
                    <a:pt x="11631" y="17884"/>
                  </a:lnTo>
                  <a:lnTo>
                    <a:pt x="11605" y="17903"/>
                  </a:lnTo>
                  <a:lnTo>
                    <a:pt x="11506" y="18042"/>
                  </a:lnTo>
                  <a:lnTo>
                    <a:pt x="11444" y="18189"/>
                  </a:lnTo>
                  <a:lnTo>
                    <a:pt x="11408" y="18347"/>
                  </a:lnTo>
                  <a:lnTo>
                    <a:pt x="11435" y="18504"/>
                  </a:lnTo>
                  <a:lnTo>
                    <a:pt x="11488" y="18661"/>
                  </a:lnTo>
                  <a:lnTo>
                    <a:pt x="11578" y="18799"/>
                  </a:lnTo>
                  <a:lnTo>
                    <a:pt x="11703" y="18910"/>
                  </a:lnTo>
                  <a:lnTo>
                    <a:pt x="11864" y="18975"/>
                  </a:lnTo>
                  <a:lnTo>
                    <a:pt x="12016" y="19003"/>
                  </a:lnTo>
                  <a:lnTo>
                    <a:pt x="12159" y="18984"/>
                  </a:lnTo>
                  <a:lnTo>
                    <a:pt x="12302" y="18929"/>
                  </a:lnTo>
                  <a:lnTo>
                    <a:pt x="12427" y="18827"/>
                  </a:lnTo>
                  <a:lnTo>
                    <a:pt x="12463" y="18799"/>
                  </a:lnTo>
                  <a:lnTo>
                    <a:pt x="12525" y="18726"/>
                  </a:lnTo>
                  <a:lnTo>
                    <a:pt x="12633" y="18633"/>
                  </a:lnTo>
                  <a:lnTo>
                    <a:pt x="12758" y="18494"/>
                  </a:lnTo>
                  <a:lnTo>
                    <a:pt x="12901" y="18337"/>
                  </a:lnTo>
                  <a:lnTo>
                    <a:pt x="13080" y="18143"/>
                  </a:lnTo>
                  <a:lnTo>
                    <a:pt x="13259" y="17921"/>
                  </a:lnTo>
                  <a:lnTo>
                    <a:pt x="13464" y="17681"/>
                  </a:lnTo>
                  <a:lnTo>
                    <a:pt x="13670" y="17422"/>
                  </a:lnTo>
                  <a:lnTo>
                    <a:pt x="13893" y="17145"/>
                  </a:lnTo>
                  <a:lnTo>
                    <a:pt x="14108" y="16840"/>
                  </a:lnTo>
                  <a:lnTo>
                    <a:pt x="14331" y="16517"/>
                  </a:lnTo>
                  <a:lnTo>
                    <a:pt x="14555" y="16184"/>
                  </a:lnTo>
                  <a:lnTo>
                    <a:pt x="14761" y="15823"/>
                  </a:lnTo>
                  <a:lnTo>
                    <a:pt x="14966" y="15463"/>
                  </a:lnTo>
                  <a:lnTo>
                    <a:pt x="15154" y="15093"/>
                  </a:lnTo>
                  <a:lnTo>
                    <a:pt x="15324" y="14714"/>
                  </a:lnTo>
                  <a:lnTo>
                    <a:pt x="19714" y="14714"/>
                  </a:lnTo>
                  <a:lnTo>
                    <a:pt x="19705" y="14742"/>
                  </a:lnTo>
                  <a:lnTo>
                    <a:pt x="19696" y="14825"/>
                  </a:lnTo>
                  <a:lnTo>
                    <a:pt x="19660" y="14964"/>
                  </a:lnTo>
                  <a:lnTo>
                    <a:pt x="19624" y="15130"/>
                  </a:lnTo>
                  <a:lnTo>
                    <a:pt x="19571" y="15343"/>
                  </a:lnTo>
                  <a:lnTo>
                    <a:pt x="19499" y="15583"/>
                  </a:lnTo>
                  <a:lnTo>
                    <a:pt x="19419" y="15851"/>
                  </a:lnTo>
                  <a:lnTo>
                    <a:pt x="19320" y="16138"/>
                  </a:lnTo>
                  <a:lnTo>
                    <a:pt x="19213" y="16452"/>
                  </a:lnTo>
                  <a:lnTo>
                    <a:pt x="19079" y="16766"/>
                  </a:lnTo>
                  <a:lnTo>
                    <a:pt x="18945" y="17108"/>
                  </a:lnTo>
                  <a:lnTo>
                    <a:pt x="18793" y="17432"/>
                  </a:lnTo>
                  <a:lnTo>
                    <a:pt x="18614" y="17755"/>
                  </a:lnTo>
                  <a:lnTo>
                    <a:pt x="18426" y="18069"/>
                  </a:lnTo>
                  <a:lnTo>
                    <a:pt x="18212" y="18365"/>
                  </a:lnTo>
                  <a:lnTo>
                    <a:pt x="17979" y="18642"/>
                  </a:lnTo>
                  <a:lnTo>
                    <a:pt x="17738" y="18892"/>
                  </a:lnTo>
                  <a:lnTo>
                    <a:pt x="17470" y="19114"/>
                  </a:lnTo>
                  <a:lnTo>
                    <a:pt x="16924" y="19502"/>
                  </a:lnTo>
                  <a:lnTo>
                    <a:pt x="16352" y="19853"/>
                  </a:lnTo>
                  <a:lnTo>
                    <a:pt x="15789" y="20167"/>
                  </a:lnTo>
                  <a:lnTo>
                    <a:pt x="15243" y="20445"/>
                  </a:lnTo>
                  <a:lnTo>
                    <a:pt x="14734" y="20694"/>
                  </a:lnTo>
                  <a:lnTo>
                    <a:pt x="14269" y="20935"/>
                  </a:lnTo>
                  <a:lnTo>
                    <a:pt x="14019" y="21064"/>
                  </a:lnTo>
                  <a:lnTo>
                    <a:pt x="13759" y="21175"/>
                  </a:lnTo>
                  <a:lnTo>
                    <a:pt x="13473" y="21286"/>
                  </a:lnTo>
                  <a:lnTo>
                    <a:pt x="13178" y="21387"/>
                  </a:lnTo>
                  <a:lnTo>
                    <a:pt x="12874" y="21480"/>
                  </a:lnTo>
                  <a:lnTo>
                    <a:pt x="12588" y="21545"/>
                  </a:lnTo>
                  <a:lnTo>
                    <a:pt x="12302" y="21591"/>
                  </a:lnTo>
                  <a:lnTo>
                    <a:pt x="12034" y="21600"/>
                  </a:lnTo>
                  <a:lnTo>
                    <a:pt x="858" y="21600"/>
                  </a:lnTo>
                  <a:lnTo>
                    <a:pt x="653" y="21582"/>
                  </a:lnTo>
                  <a:lnTo>
                    <a:pt x="465" y="21535"/>
                  </a:lnTo>
                  <a:lnTo>
                    <a:pt x="313" y="21443"/>
                  </a:lnTo>
                  <a:lnTo>
                    <a:pt x="179" y="21323"/>
                  </a:lnTo>
                  <a:lnTo>
                    <a:pt x="80" y="21184"/>
                  </a:lnTo>
                  <a:lnTo>
                    <a:pt x="27" y="21018"/>
                  </a:lnTo>
                  <a:lnTo>
                    <a:pt x="0" y="20842"/>
                  </a:lnTo>
                  <a:lnTo>
                    <a:pt x="18" y="20639"/>
                  </a:lnTo>
                  <a:lnTo>
                    <a:pt x="72" y="20435"/>
                  </a:lnTo>
                  <a:lnTo>
                    <a:pt x="5409" y="5379"/>
                  </a:lnTo>
                  <a:lnTo>
                    <a:pt x="5570" y="5009"/>
                  </a:lnTo>
                  <a:lnTo>
                    <a:pt x="5775" y="4621"/>
                  </a:lnTo>
                  <a:lnTo>
                    <a:pt x="6026" y="4233"/>
                  </a:lnTo>
                  <a:lnTo>
                    <a:pt x="6294" y="3854"/>
                  </a:lnTo>
                  <a:lnTo>
                    <a:pt x="6598" y="3484"/>
                  </a:lnTo>
                  <a:lnTo>
                    <a:pt x="6911" y="3142"/>
                  </a:lnTo>
                  <a:lnTo>
                    <a:pt x="7242" y="2828"/>
                  </a:lnTo>
                  <a:lnTo>
                    <a:pt x="7573" y="2551"/>
                  </a:lnTo>
                  <a:lnTo>
                    <a:pt x="7885" y="2320"/>
                  </a:lnTo>
                  <a:lnTo>
                    <a:pt x="11193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82" name="Freeform 26"/>
          <p:cNvSpPr/>
          <p:nvPr/>
        </p:nvSpPr>
        <p:spPr>
          <a:xfrm>
            <a:off x="6549004" y="3730542"/>
            <a:ext cx="355601" cy="6953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367" y="9061"/>
                </a:moveTo>
                <a:lnTo>
                  <a:pt x="10909" y="9079"/>
                </a:lnTo>
                <a:lnTo>
                  <a:pt x="10498" y="9141"/>
                </a:lnTo>
                <a:lnTo>
                  <a:pt x="10124" y="9240"/>
                </a:lnTo>
                <a:lnTo>
                  <a:pt x="9774" y="9363"/>
                </a:lnTo>
                <a:lnTo>
                  <a:pt x="9485" y="9511"/>
                </a:lnTo>
                <a:lnTo>
                  <a:pt x="9231" y="9684"/>
                </a:lnTo>
                <a:lnTo>
                  <a:pt x="9062" y="9881"/>
                </a:lnTo>
                <a:lnTo>
                  <a:pt x="8942" y="10091"/>
                </a:lnTo>
                <a:lnTo>
                  <a:pt x="8893" y="10319"/>
                </a:lnTo>
                <a:lnTo>
                  <a:pt x="8942" y="10522"/>
                </a:lnTo>
                <a:lnTo>
                  <a:pt x="9026" y="10714"/>
                </a:lnTo>
                <a:lnTo>
                  <a:pt x="9183" y="10893"/>
                </a:lnTo>
                <a:lnTo>
                  <a:pt x="9388" y="11059"/>
                </a:lnTo>
                <a:lnTo>
                  <a:pt x="9629" y="11201"/>
                </a:lnTo>
                <a:lnTo>
                  <a:pt x="9919" y="11330"/>
                </a:lnTo>
                <a:lnTo>
                  <a:pt x="10257" y="11423"/>
                </a:lnTo>
                <a:lnTo>
                  <a:pt x="10257" y="10757"/>
                </a:lnTo>
                <a:lnTo>
                  <a:pt x="10281" y="10615"/>
                </a:lnTo>
                <a:lnTo>
                  <a:pt x="10378" y="10485"/>
                </a:lnTo>
                <a:lnTo>
                  <a:pt x="10510" y="10381"/>
                </a:lnTo>
                <a:lnTo>
                  <a:pt x="10703" y="10282"/>
                </a:lnTo>
                <a:lnTo>
                  <a:pt x="10921" y="10208"/>
                </a:lnTo>
                <a:lnTo>
                  <a:pt x="11174" y="10171"/>
                </a:lnTo>
                <a:lnTo>
                  <a:pt x="11464" y="10146"/>
                </a:lnTo>
                <a:lnTo>
                  <a:pt x="11584" y="10146"/>
                </a:lnTo>
                <a:lnTo>
                  <a:pt x="11862" y="10171"/>
                </a:lnTo>
                <a:lnTo>
                  <a:pt x="12115" y="10208"/>
                </a:lnTo>
                <a:lnTo>
                  <a:pt x="12320" y="10282"/>
                </a:lnTo>
                <a:lnTo>
                  <a:pt x="12514" y="10381"/>
                </a:lnTo>
                <a:lnTo>
                  <a:pt x="12658" y="10492"/>
                </a:lnTo>
                <a:lnTo>
                  <a:pt x="12743" y="10615"/>
                </a:lnTo>
                <a:lnTo>
                  <a:pt x="12779" y="10757"/>
                </a:lnTo>
                <a:lnTo>
                  <a:pt x="12779" y="11337"/>
                </a:lnTo>
                <a:lnTo>
                  <a:pt x="13069" y="11207"/>
                </a:lnTo>
                <a:lnTo>
                  <a:pt x="13322" y="11065"/>
                </a:lnTo>
                <a:lnTo>
                  <a:pt x="13539" y="10893"/>
                </a:lnTo>
                <a:lnTo>
                  <a:pt x="13684" y="10720"/>
                </a:lnTo>
                <a:lnTo>
                  <a:pt x="13781" y="10522"/>
                </a:lnTo>
                <a:lnTo>
                  <a:pt x="13817" y="10319"/>
                </a:lnTo>
                <a:lnTo>
                  <a:pt x="13781" y="10091"/>
                </a:lnTo>
                <a:lnTo>
                  <a:pt x="13660" y="9875"/>
                </a:lnTo>
                <a:lnTo>
                  <a:pt x="13491" y="9684"/>
                </a:lnTo>
                <a:lnTo>
                  <a:pt x="13250" y="9511"/>
                </a:lnTo>
                <a:lnTo>
                  <a:pt x="12936" y="9363"/>
                </a:lnTo>
                <a:lnTo>
                  <a:pt x="12610" y="9240"/>
                </a:lnTo>
                <a:lnTo>
                  <a:pt x="12224" y="9141"/>
                </a:lnTo>
                <a:lnTo>
                  <a:pt x="11802" y="9079"/>
                </a:lnTo>
                <a:lnTo>
                  <a:pt x="11367" y="9061"/>
                </a:lnTo>
                <a:close/>
                <a:moveTo>
                  <a:pt x="11367" y="7716"/>
                </a:moveTo>
                <a:lnTo>
                  <a:pt x="10728" y="7735"/>
                </a:lnTo>
                <a:lnTo>
                  <a:pt x="10100" y="7790"/>
                </a:lnTo>
                <a:lnTo>
                  <a:pt x="9509" y="7889"/>
                </a:lnTo>
                <a:lnTo>
                  <a:pt x="8966" y="8018"/>
                </a:lnTo>
                <a:lnTo>
                  <a:pt x="8447" y="8179"/>
                </a:lnTo>
                <a:lnTo>
                  <a:pt x="7964" y="8370"/>
                </a:lnTo>
                <a:lnTo>
                  <a:pt x="7542" y="8586"/>
                </a:lnTo>
                <a:lnTo>
                  <a:pt x="7168" y="8832"/>
                </a:lnTo>
                <a:lnTo>
                  <a:pt x="6842" y="9098"/>
                </a:lnTo>
                <a:lnTo>
                  <a:pt x="6589" y="9375"/>
                </a:lnTo>
                <a:lnTo>
                  <a:pt x="6408" y="9677"/>
                </a:lnTo>
                <a:lnTo>
                  <a:pt x="6287" y="9992"/>
                </a:lnTo>
                <a:lnTo>
                  <a:pt x="6239" y="10319"/>
                </a:lnTo>
                <a:lnTo>
                  <a:pt x="6299" y="10652"/>
                </a:lnTo>
                <a:lnTo>
                  <a:pt x="6420" y="10967"/>
                </a:lnTo>
                <a:lnTo>
                  <a:pt x="6601" y="11275"/>
                </a:lnTo>
                <a:lnTo>
                  <a:pt x="6866" y="11559"/>
                </a:lnTo>
                <a:lnTo>
                  <a:pt x="7204" y="11824"/>
                </a:lnTo>
                <a:lnTo>
                  <a:pt x="7590" y="12071"/>
                </a:lnTo>
                <a:lnTo>
                  <a:pt x="8049" y="12286"/>
                </a:lnTo>
                <a:lnTo>
                  <a:pt x="8531" y="12478"/>
                </a:lnTo>
                <a:lnTo>
                  <a:pt x="9074" y="12638"/>
                </a:lnTo>
                <a:lnTo>
                  <a:pt x="9642" y="12761"/>
                </a:lnTo>
                <a:lnTo>
                  <a:pt x="10257" y="12848"/>
                </a:lnTo>
                <a:lnTo>
                  <a:pt x="10257" y="12071"/>
                </a:lnTo>
                <a:lnTo>
                  <a:pt x="9774" y="11972"/>
                </a:lnTo>
                <a:lnTo>
                  <a:pt x="9352" y="11842"/>
                </a:lnTo>
                <a:lnTo>
                  <a:pt x="8954" y="11688"/>
                </a:lnTo>
                <a:lnTo>
                  <a:pt x="8604" y="11509"/>
                </a:lnTo>
                <a:lnTo>
                  <a:pt x="8302" y="11306"/>
                </a:lnTo>
                <a:lnTo>
                  <a:pt x="8061" y="11084"/>
                </a:lnTo>
                <a:lnTo>
                  <a:pt x="7880" y="10837"/>
                </a:lnTo>
                <a:lnTo>
                  <a:pt x="7759" y="10584"/>
                </a:lnTo>
                <a:lnTo>
                  <a:pt x="7723" y="10319"/>
                </a:lnTo>
                <a:lnTo>
                  <a:pt x="7759" y="10048"/>
                </a:lnTo>
                <a:lnTo>
                  <a:pt x="7880" y="9782"/>
                </a:lnTo>
                <a:lnTo>
                  <a:pt x="8073" y="9536"/>
                </a:lnTo>
                <a:lnTo>
                  <a:pt x="8314" y="9314"/>
                </a:lnTo>
                <a:lnTo>
                  <a:pt x="8616" y="9104"/>
                </a:lnTo>
                <a:lnTo>
                  <a:pt x="8978" y="8919"/>
                </a:lnTo>
                <a:lnTo>
                  <a:pt x="9376" y="8765"/>
                </a:lnTo>
                <a:lnTo>
                  <a:pt x="9835" y="8641"/>
                </a:lnTo>
                <a:lnTo>
                  <a:pt x="10317" y="8543"/>
                </a:lnTo>
                <a:lnTo>
                  <a:pt x="10824" y="8487"/>
                </a:lnTo>
                <a:lnTo>
                  <a:pt x="11367" y="8462"/>
                </a:lnTo>
                <a:lnTo>
                  <a:pt x="11898" y="8487"/>
                </a:lnTo>
                <a:lnTo>
                  <a:pt x="12405" y="8543"/>
                </a:lnTo>
                <a:lnTo>
                  <a:pt x="12888" y="8641"/>
                </a:lnTo>
                <a:lnTo>
                  <a:pt x="13334" y="8765"/>
                </a:lnTo>
                <a:lnTo>
                  <a:pt x="13744" y="8919"/>
                </a:lnTo>
                <a:lnTo>
                  <a:pt x="14094" y="9104"/>
                </a:lnTo>
                <a:lnTo>
                  <a:pt x="14408" y="9314"/>
                </a:lnTo>
                <a:lnTo>
                  <a:pt x="14661" y="9536"/>
                </a:lnTo>
                <a:lnTo>
                  <a:pt x="14842" y="9782"/>
                </a:lnTo>
                <a:lnTo>
                  <a:pt x="14951" y="10048"/>
                </a:lnTo>
                <a:lnTo>
                  <a:pt x="14999" y="10319"/>
                </a:lnTo>
                <a:lnTo>
                  <a:pt x="14951" y="10596"/>
                </a:lnTo>
                <a:lnTo>
                  <a:pt x="14830" y="10862"/>
                </a:lnTo>
                <a:lnTo>
                  <a:pt x="14637" y="11108"/>
                </a:lnTo>
                <a:lnTo>
                  <a:pt x="14384" y="11349"/>
                </a:lnTo>
                <a:lnTo>
                  <a:pt x="14046" y="11552"/>
                </a:lnTo>
                <a:lnTo>
                  <a:pt x="13672" y="11738"/>
                </a:lnTo>
                <a:lnTo>
                  <a:pt x="13250" y="11892"/>
                </a:lnTo>
                <a:lnTo>
                  <a:pt x="12779" y="12015"/>
                </a:lnTo>
                <a:lnTo>
                  <a:pt x="12779" y="12805"/>
                </a:lnTo>
                <a:lnTo>
                  <a:pt x="13334" y="12700"/>
                </a:lnTo>
                <a:lnTo>
                  <a:pt x="13877" y="12564"/>
                </a:lnTo>
                <a:lnTo>
                  <a:pt x="14372" y="12404"/>
                </a:lnTo>
                <a:lnTo>
                  <a:pt x="14818" y="12212"/>
                </a:lnTo>
                <a:lnTo>
                  <a:pt x="15229" y="12003"/>
                </a:lnTo>
                <a:lnTo>
                  <a:pt x="15591" y="11762"/>
                </a:lnTo>
                <a:lnTo>
                  <a:pt x="15904" y="11503"/>
                </a:lnTo>
                <a:lnTo>
                  <a:pt x="16146" y="11226"/>
                </a:lnTo>
                <a:lnTo>
                  <a:pt x="16327" y="10936"/>
                </a:lnTo>
                <a:lnTo>
                  <a:pt x="16435" y="10627"/>
                </a:lnTo>
                <a:lnTo>
                  <a:pt x="16472" y="10319"/>
                </a:lnTo>
                <a:lnTo>
                  <a:pt x="16435" y="9992"/>
                </a:lnTo>
                <a:lnTo>
                  <a:pt x="16315" y="9677"/>
                </a:lnTo>
                <a:lnTo>
                  <a:pt x="16122" y="9375"/>
                </a:lnTo>
                <a:lnTo>
                  <a:pt x="15868" y="9098"/>
                </a:lnTo>
                <a:lnTo>
                  <a:pt x="15554" y="8832"/>
                </a:lnTo>
                <a:lnTo>
                  <a:pt x="15180" y="8586"/>
                </a:lnTo>
                <a:lnTo>
                  <a:pt x="14758" y="8370"/>
                </a:lnTo>
                <a:lnTo>
                  <a:pt x="14287" y="8179"/>
                </a:lnTo>
                <a:lnTo>
                  <a:pt x="13768" y="8018"/>
                </a:lnTo>
                <a:lnTo>
                  <a:pt x="13201" y="7889"/>
                </a:lnTo>
                <a:lnTo>
                  <a:pt x="12622" y="7790"/>
                </a:lnTo>
                <a:lnTo>
                  <a:pt x="12007" y="7735"/>
                </a:lnTo>
                <a:lnTo>
                  <a:pt x="11367" y="7716"/>
                </a:lnTo>
                <a:close/>
                <a:moveTo>
                  <a:pt x="11367" y="7420"/>
                </a:moveTo>
                <a:lnTo>
                  <a:pt x="12019" y="7438"/>
                </a:lnTo>
                <a:lnTo>
                  <a:pt x="12658" y="7494"/>
                </a:lnTo>
                <a:lnTo>
                  <a:pt x="13286" y="7587"/>
                </a:lnTo>
                <a:lnTo>
                  <a:pt x="13865" y="7710"/>
                </a:lnTo>
                <a:lnTo>
                  <a:pt x="14408" y="7864"/>
                </a:lnTo>
                <a:lnTo>
                  <a:pt x="14927" y="8055"/>
                </a:lnTo>
                <a:lnTo>
                  <a:pt x="15398" y="8265"/>
                </a:lnTo>
                <a:lnTo>
                  <a:pt x="15808" y="8506"/>
                </a:lnTo>
                <a:lnTo>
                  <a:pt x="16170" y="8765"/>
                </a:lnTo>
                <a:lnTo>
                  <a:pt x="16472" y="9042"/>
                </a:lnTo>
                <a:lnTo>
                  <a:pt x="16725" y="9338"/>
                </a:lnTo>
                <a:lnTo>
                  <a:pt x="16906" y="9653"/>
                </a:lnTo>
                <a:lnTo>
                  <a:pt x="17027" y="9980"/>
                </a:lnTo>
                <a:lnTo>
                  <a:pt x="17063" y="10319"/>
                </a:lnTo>
                <a:lnTo>
                  <a:pt x="17027" y="10652"/>
                </a:lnTo>
                <a:lnTo>
                  <a:pt x="16918" y="10967"/>
                </a:lnTo>
                <a:lnTo>
                  <a:pt x="16725" y="11275"/>
                </a:lnTo>
                <a:lnTo>
                  <a:pt x="16484" y="11565"/>
                </a:lnTo>
                <a:lnTo>
                  <a:pt x="16194" y="11842"/>
                </a:lnTo>
                <a:lnTo>
                  <a:pt x="15832" y="12095"/>
                </a:lnTo>
                <a:lnTo>
                  <a:pt x="15434" y="12336"/>
                </a:lnTo>
                <a:lnTo>
                  <a:pt x="14975" y="12546"/>
                </a:lnTo>
                <a:lnTo>
                  <a:pt x="14493" y="12724"/>
                </a:lnTo>
                <a:lnTo>
                  <a:pt x="13937" y="12891"/>
                </a:lnTo>
                <a:lnTo>
                  <a:pt x="13382" y="13020"/>
                </a:lnTo>
                <a:lnTo>
                  <a:pt x="12779" y="13113"/>
                </a:lnTo>
                <a:lnTo>
                  <a:pt x="12779" y="14710"/>
                </a:lnTo>
                <a:lnTo>
                  <a:pt x="13153" y="14710"/>
                </a:lnTo>
                <a:lnTo>
                  <a:pt x="13153" y="14032"/>
                </a:lnTo>
                <a:lnTo>
                  <a:pt x="13189" y="13890"/>
                </a:lnTo>
                <a:lnTo>
                  <a:pt x="13274" y="13767"/>
                </a:lnTo>
                <a:lnTo>
                  <a:pt x="13419" y="13650"/>
                </a:lnTo>
                <a:lnTo>
                  <a:pt x="13612" y="13557"/>
                </a:lnTo>
                <a:lnTo>
                  <a:pt x="13817" y="13489"/>
                </a:lnTo>
                <a:lnTo>
                  <a:pt x="14070" y="13440"/>
                </a:lnTo>
                <a:lnTo>
                  <a:pt x="14336" y="13428"/>
                </a:lnTo>
                <a:lnTo>
                  <a:pt x="14468" y="13428"/>
                </a:lnTo>
                <a:lnTo>
                  <a:pt x="14746" y="13440"/>
                </a:lnTo>
                <a:lnTo>
                  <a:pt x="14999" y="13489"/>
                </a:lnTo>
                <a:lnTo>
                  <a:pt x="15217" y="13557"/>
                </a:lnTo>
                <a:lnTo>
                  <a:pt x="15398" y="13650"/>
                </a:lnTo>
                <a:lnTo>
                  <a:pt x="15542" y="13767"/>
                </a:lnTo>
                <a:lnTo>
                  <a:pt x="15639" y="13890"/>
                </a:lnTo>
                <a:lnTo>
                  <a:pt x="15663" y="14032"/>
                </a:lnTo>
                <a:lnTo>
                  <a:pt x="15663" y="14710"/>
                </a:lnTo>
                <a:lnTo>
                  <a:pt x="16122" y="14710"/>
                </a:lnTo>
                <a:lnTo>
                  <a:pt x="16122" y="14032"/>
                </a:lnTo>
                <a:lnTo>
                  <a:pt x="16158" y="13890"/>
                </a:lnTo>
                <a:lnTo>
                  <a:pt x="16242" y="13767"/>
                </a:lnTo>
                <a:lnTo>
                  <a:pt x="16375" y="13650"/>
                </a:lnTo>
                <a:lnTo>
                  <a:pt x="16568" y="13557"/>
                </a:lnTo>
                <a:lnTo>
                  <a:pt x="16785" y="13489"/>
                </a:lnTo>
                <a:lnTo>
                  <a:pt x="17039" y="13440"/>
                </a:lnTo>
                <a:lnTo>
                  <a:pt x="17316" y="13428"/>
                </a:lnTo>
                <a:lnTo>
                  <a:pt x="17449" y="13428"/>
                </a:lnTo>
                <a:lnTo>
                  <a:pt x="17714" y="13440"/>
                </a:lnTo>
                <a:lnTo>
                  <a:pt x="17968" y="13489"/>
                </a:lnTo>
                <a:lnTo>
                  <a:pt x="18185" y="13557"/>
                </a:lnTo>
                <a:lnTo>
                  <a:pt x="18366" y="13650"/>
                </a:lnTo>
                <a:lnTo>
                  <a:pt x="18499" y="13767"/>
                </a:lnTo>
                <a:lnTo>
                  <a:pt x="18595" y="13890"/>
                </a:lnTo>
                <a:lnTo>
                  <a:pt x="18619" y="14032"/>
                </a:lnTo>
                <a:lnTo>
                  <a:pt x="18619" y="14710"/>
                </a:lnTo>
                <a:lnTo>
                  <a:pt x="19090" y="14710"/>
                </a:lnTo>
                <a:lnTo>
                  <a:pt x="19090" y="14032"/>
                </a:lnTo>
                <a:lnTo>
                  <a:pt x="19114" y="13890"/>
                </a:lnTo>
                <a:lnTo>
                  <a:pt x="19211" y="13767"/>
                </a:lnTo>
                <a:lnTo>
                  <a:pt x="19343" y="13650"/>
                </a:lnTo>
                <a:lnTo>
                  <a:pt x="19524" y="13557"/>
                </a:lnTo>
                <a:lnTo>
                  <a:pt x="19754" y="13489"/>
                </a:lnTo>
                <a:lnTo>
                  <a:pt x="19995" y="13440"/>
                </a:lnTo>
                <a:lnTo>
                  <a:pt x="20273" y="13428"/>
                </a:lnTo>
                <a:lnTo>
                  <a:pt x="20393" y="13428"/>
                </a:lnTo>
                <a:lnTo>
                  <a:pt x="20671" y="13440"/>
                </a:lnTo>
                <a:lnTo>
                  <a:pt x="20924" y="13489"/>
                </a:lnTo>
                <a:lnTo>
                  <a:pt x="21141" y="13557"/>
                </a:lnTo>
                <a:lnTo>
                  <a:pt x="21335" y="13650"/>
                </a:lnTo>
                <a:lnTo>
                  <a:pt x="21479" y="13767"/>
                </a:lnTo>
                <a:lnTo>
                  <a:pt x="21552" y="13890"/>
                </a:lnTo>
                <a:lnTo>
                  <a:pt x="21600" y="14032"/>
                </a:lnTo>
                <a:lnTo>
                  <a:pt x="21600" y="15309"/>
                </a:lnTo>
                <a:lnTo>
                  <a:pt x="21588" y="15309"/>
                </a:lnTo>
                <a:lnTo>
                  <a:pt x="21588" y="19077"/>
                </a:lnTo>
                <a:lnTo>
                  <a:pt x="21576" y="19127"/>
                </a:lnTo>
                <a:lnTo>
                  <a:pt x="21552" y="19201"/>
                </a:lnTo>
                <a:lnTo>
                  <a:pt x="21540" y="19293"/>
                </a:lnTo>
                <a:lnTo>
                  <a:pt x="21503" y="19398"/>
                </a:lnTo>
                <a:lnTo>
                  <a:pt x="21467" y="19515"/>
                </a:lnTo>
                <a:lnTo>
                  <a:pt x="21322" y="19787"/>
                </a:lnTo>
                <a:lnTo>
                  <a:pt x="21226" y="19928"/>
                </a:lnTo>
                <a:lnTo>
                  <a:pt x="21105" y="20083"/>
                </a:lnTo>
                <a:lnTo>
                  <a:pt x="20960" y="20237"/>
                </a:lnTo>
                <a:lnTo>
                  <a:pt x="20792" y="20391"/>
                </a:lnTo>
                <a:lnTo>
                  <a:pt x="20598" y="20539"/>
                </a:lnTo>
                <a:lnTo>
                  <a:pt x="20369" y="20699"/>
                </a:lnTo>
                <a:lnTo>
                  <a:pt x="20104" y="20841"/>
                </a:lnTo>
                <a:lnTo>
                  <a:pt x="19814" y="20977"/>
                </a:lnTo>
                <a:lnTo>
                  <a:pt x="19476" y="21107"/>
                </a:lnTo>
                <a:lnTo>
                  <a:pt x="19102" y="21224"/>
                </a:lnTo>
                <a:lnTo>
                  <a:pt x="18692" y="21335"/>
                </a:lnTo>
                <a:lnTo>
                  <a:pt x="18233" y="21421"/>
                </a:lnTo>
                <a:lnTo>
                  <a:pt x="17726" y="21495"/>
                </a:lnTo>
                <a:lnTo>
                  <a:pt x="17183" y="21551"/>
                </a:lnTo>
                <a:lnTo>
                  <a:pt x="16580" y="21588"/>
                </a:lnTo>
                <a:lnTo>
                  <a:pt x="15928" y="21600"/>
                </a:lnTo>
                <a:lnTo>
                  <a:pt x="15253" y="21588"/>
                </a:lnTo>
                <a:lnTo>
                  <a:pt x="14625" y="21557"/>
                </a:lnTo>
                <a:lnTo>
                  <a:pt x="14034" y="21507"/>
                </a:lnTo>
                <a:lnTo>
                  <a:pt x="13515" y="21446"/>
                </a:lnTo>
                <a:lnTo>
                  <a:pt x="13032" y="21359"/>
                </a:lnTo>
                <a:lnTo>
                  <a:pt x="12598" y="21267"/>
                </a:lnTo>
                <a:lnTo>
                  <a:pt x="12200" y="21162"/>
                </a:lnTo>
                <a:lnTo>
                  <a:pt x="11862" y="21051"/>
                </a:lnTo>
                <a:lnTo>
                  <a:pt x="11536" y="20934"/>
                </a:lnTo>
                <a:lnTo>
                  <a:pt x="11271" y="20804"/>
                </a:lnTo>
                <a:lnTo>
                  <a:pt x="11029" y="20681"/>
                </a:lnTo>
                <a:lnTo>
                  <a:pt x="10836" y="20551"/>
                </a:lnTo>
                <a:lnTo>
                  <a:pt x="10667" y="20428"/>
                </a:lnTo>
                <a:lnTo>
                  <a:pt x="10535" y="20305"/>
                </a:lnTo>
                <a:lnTo>
                  <a:pt x="10426" y="20188"/>
                </a:lnTo>
                <a:lnTo>
                  <a:pt x="10402" y="20169"/>
                </a:lnTo>
                <a:lnTo>
                  <a:pt x="10354" y="20126"/>
                </a:lnTo>
                <a:lnTo>
                  <a:pt x="10269" y="20052"/>
                </a:lnTo>
                <a:lnTo>
                  <a:pt x="10160" y="19947"/>
                </a:lnTo>
                <a:lnTo>
                  <a:pt x="10016" y="19830"/>
                </a:lnTo>
                <a:lnTo>
                  <a:pt x="9859" y="19688"/>
                </a:lnTo>
                <a:lnTo>
                  <a:pt x="9690" y="19521"/>
                </a:lnTo>
                <a:lnTo>
                  <a:pt x="9485" y="19349"/>
                </a:lnTo>
                <a:lnTo>
                  <a:pt x="9267" y="19158"/>
                </a:lnTo>
                <a:lnTo>
                  <a:pt x="9038" y="18960"/>
                </a:lnTo>
                <a:lnTo>
                  <a:pt x="8821" y="18750"/>
                </a:lnTo>
                <a:lnTo>
                  <a:pt x="8580" y="18528"/>
                </a:lnTo>
                <a:lnTo>
                  <a:pt x="8338" y="18313"/>
                </a:lnTo>
                <a:lnTo>
                  <a:pt x="8085" y="18097"/>
                </a:lnTo>
                <a:lnTo>
                  <a:pt x="7844" y="17875"/>
                </a:lnTo>
                <a:lnTo>
                  <a:pt x="7602" y="17665"/>
                </a:lnTo>
                <a:lnTo>
                  <a:pt x="7373" y="17449"/>
                </a:lnTo>
                <a:lnTo>
                  <a:pt x="7156" y="17245"/>
                </a:lnTo>
                <a:lnTo>
                  <a:pt x="6939" y="17060"/>
                </a:lnTo>
                <a:lnTo>
                  <a:pt x="6745" y="16882"/>
                </a:lnTo>
                <a:lnTo>
                  <a:pt x="6577" y="16721"/>
                </a:lnTo>
                <a:lnTo>
                  <a:pt x="6420" y="16567"/>
                </a:lnTo>
                <a:lnTo>
                  <a:pt x="6287" y="16450"/>
                </a:lnTo>
                <a:lnTo>
                  <a:pt x="6178" y="16345"/>
                </a:lnTo>
                <a:lnTo>
                  <a:pt x="6034" y="16166"/>
                </a:lnTo>
                <a:lnTo>
                  <a:pt x="5937" y="16012"/>
                </a:lnTo>
                <a:lnTo>
                  <a:pt x="5913" y="15864"/>
                </a:lnTo>
                <a:lnTo>
                  <a:pt x="5937" y="15734"/>
                </a:lnTo>
                <a:lnTo>
                  <a:pt x="5997" y="15617"/>
                </a:lnTo>
                <a:lnTo>
                  <a:pt x="6118" y="15525"/>
                </a:lnTo>
                <a:lnTo>
                  <a:pt x="6275" y="15444"/>
                </a:lnTo>
                <a:lnTo>
                  <a:pt x="6444" y="15383"/>
                </a:lnTo>
                <a:lnTo>
                  <a:pt x="6661" y="15340"/>
                </a:lnTo>
                <a:lnTo>
                  <a:pt x="6902" y="15321"/>
                </a:lnTo>
                <a:lnTo>
                  <a:pt x="7132" y="15315"/>
                </a:lnTo>
                <a:lnTo>
                  <a:pt x="7409" y="15333"/>
                </a:lnTo>
                <a:lnTo>
                  <a:pt x="7675" y="15395"/>
                </a:lnTo>
                <a:lnTo>
                  <a:pt x="7952" y="15488"/>
                </a:lnTo>
                <a:lnTo>
                  <a:pt x="8218" y="15623"/>
                </a:lnTo>
                <a:lnTo>
                  <a:pt x="8507" y="15796"/>
                </a:lnTo>
                <a:lnTo>
                  <a:pt x="8821" y="15987"/>
                </a:lnTo>
                <a:lnTo>
                  <a:pt x="9135" y="16197"/>
                </a:lnTo>
                <a:lnTo>
                  <a:pt x="9473" y="16419"/>
                </a:lnTo>
                <a:lnTo>
                  <a:pt x="9847" y="16653"/>
                </a:lnTo>
                <a:lnTo>
                  <a:pt x="10257" y="16882"/>
                </a:lnTo>
                <a:lnTo>
                  <a:pt x="10257" y="13156"/>
                </a:lnTo>
                <a:lnTo>
                  <a:pt x="9617" y="13076"/>
                </a:lnTo>
                <a:lnTo>
                  <a:pt x="9002" y="12953"/>
                </a:lnTo>
                <a:lnTo>
                  <a:pt x="8435" y="12805"/>
                </a:lnTo>
                <a:lnTo>
                  <a:pt x="7892" y="12620"/>
                </a:lnTo>
                <a:lnTo>
                  <a:pt x="7421" y="12404"/>
                </a:lnTo>
                <a:lnTo>
                  <a:pt x="6975" y="12163"/>
                </a:lnTo>
                <a:lnTo>
                  <a:pt x="6589" y="11904"/>
                </a:lnTo>
                <a:lnTo>
                  <a:pt x="6275" y="11620"/>
                </a:lnTo>
                <a:lnTo>
                  <a:pt x="6021" y="11318"/>
                </a:lnTo>
                <a:lnTo>
                  <a:pt x="5816" y="10997"/>
                </a:lnTo>
                <a:lnTo>
                  <a:pt x="5708" y="10664"/>
                </a:lnTo>
                <a:lnTo>
                  <a:pt x="5659" y="10319"/>
                </a:lnTo>
                <a:lnTo>
                  <a:pt x="5696" y="9980"/>
                </a:lnTo>
                <a:lnTo>
                  <a:pt x="5816" y="9653"/>
                </a:lnTo>
                <a:lnTo>
                  <a:pt x="5985" y="9338"/>
                </a:lnTo>
                <a:lnTo>
                  <a:pt x="6239" y="9042"/>
                </a:lnTo>
                <a:lnTo>
                  <a:pt x="6552" y="8765"/>
                </a:lnTo>
                <a:lnTo>
                  <a:pt x="6914" y="8506"/>
                </a:lnTo>
                <a:lnTo>
                  <a:pt x="7337" y="8265"/>
                </a:lnTo>
                <a:lnTo>
                  <a:pt x="7807" y="8055"/>
                </a:lnTo>
                <a:lnTo>
                  <a:pt x="8314" y="7864"/>
                </a:lnTo>
                <a:lnTo>
                  <a:pt x="8857" y="7710"/>
                </a:lnTo>
                <a:lnTo>
                  <a:pt x="9448" y="7587"/>
                </a:lnTo>
                <a:lnTo>
                  <a:pt x="10064" y="7494"/>
                </a:lnTo>
                <a:lnTo>
                  <a:pt x="10703" y="7438"/>
                </a:lnTo>
                <a:lnTo>
                  <a:pt x="11367" y="7420"/>
                </a:lnTo>
                <a:close/>
                <a:moveTo>
                  <a:pt x="7711" y="870"/>
                </a:moveTo>
                <a:lnTo>
                  <a:pt x="7578" y="888"/>
                </a:lnTo>
                <a:lnTo>
                  <a:pt x="7469" y="944"/>
                </a:lnTo>
                <a:lnTo>
                  <a:pt x="7433" y="1018"/>
                </a:lnTo>
                <a:lnTo>
                  <a:pt x="7469" y="1092"/>
                </a:lnTo>
                <a:lnTo>
                  <a:pt x="7578" y="1141"/>
                </a:lnTo>
                <a:lnTo>
                  <a:pt x="7711" y="1160"/>
                </a:lnTo>
                <a:lnTo>
                  <a:pt x="12743" y="1160"/>
                </a:lnTo>
                <a:lnTo>
                  <a:pt x="12888" y="1141"/>
                </a:lnTo>
                <a:lnTo>
                  <a:pt x="12996" y="1092"/>
                </a:lnTo>
                <a:lnTo>
                  <a:pt x="13032" y="1018"/>
                </a:lnTo>
                <a:lnTo>
                  <a:pt x="12996" y="944"/>
                </a:lnTo>
                <a:lnTo>
                  <a:pt x="12888" y="888"/>
                </a:lnTo>
                <a:lnTo>
                  <a:pt x="12743" y="870"/>
                </a:lnTo>
                <a:lnTo>
                  <a:pt x="7711" y="870"/>
                </a:lnTo>
                <a:close/>
                <a:moveTo>
                  <a:pt x="2377" y="0"/>
                </a:moveTo>
                <a:lnTo>
                  <a:pt x="18076" y="0"/>
                </a:lnTo>
                <a:lnTo>
                  <a:pt x="18499" y="12"/>
                </a:lnTo>
                <a:lnTo>
                  <a:pt x="18897" y="74"/>
                </a:lnTo>
                <a:lnTo>
                  <a:pt x="19271" y="160"/>
                </a:lnTo>
                <a:lnTo>
                  <a:pt x="19609" y="284"/>
                </a:lnTo>
                <a:lnTo>
                  <a:pt x="19886" y="426"/>
                </a:lnTo>
                <a:lnTo>
                  <a:pt x="20128" y="598"/>
                </a:lnTo>
                <a:lnTo>
                  <a:pt x="20309" y="783"/>
                </a:lnTo>
                <a:lnTo>
                  <a:pt x="20417" y="987"/>
                </a:lnTo>
                <a:lnTo>
                  <a:pt x="20466" y="1209"/>
                </a:lnTo>
                <a:lnTo>
                  <a:pt x="20466" y="12546"/>
                </a:lnTo>
                <a:lnTo>
                  <a:pt x="18800" y="12546"/>
                </a:lnTo>
                <a:lnTo>
                  <a:pt x="18800" y="1912"/>
                </a:lnTo>
                <a:lnTo>
                  <a:pt x="1653" y="1912"/>
                </a:lnTo>
                <a:lnTo>
                  <a:pt x="1653" y="15679"/>
                </a:lnTo>
                <a:lnTo>
                  <a:pt x="4296" y="15679"/>
                </a:lnTo>
                <a:lnTo>
                  <a:pt x="6649" y="17918"/>
                </a:lnTo>
                <a:lnTo>
                  <a:pt x="2377" y="17918"/>
                </a:lnTo>
                <a:lnTo>
                  <a:pt x="1943" y="17899"/>
                </a:lnTo>
                <a:lnTo>
                  <a:pt x="1545" y="17838"/>
                </a:lnTo>
                <a:lnTo>
                  <a:pt x="1183" y="17751"/>
                </a:lnTo>
                <a:lnTo>
                  <a:pt x="857" y="17628"/>
                </a:lnTo>
                <a:lnTo>
                  <a:pt x="555" y="17486"/>
                </a:lnTo>
                <a:lnTo>
                  <a:pt x="326" y="17313"/>
                </a:lnTo>
                <a:lnTo>
                  <a:pt x="145" y="17128"/>
                </a:lnTo>
                <a:lnTo>
                  <a:pt x="36" y="16925"/>
                </a:lnTo>
                <a:lnTo>
                  <a:pt x="0" y="16703"/>
                </a:lnTo>
                <a:lnTo>
                  <a:pt x="0" y="1209"/>
                </a:lnTo>
                <a:lnTo>
                  <a:pt x="36" y="987"/>
                </a:lnTo>
                <a:lnTo>
                  <a:pt x="145" y="783"/>
                </a:lnTo>
                <a:lnTo>
                  <a:pt x="326" y="598"/>
                </a:lnTo>
                <a:lnTo>
                  <a:pt x="555" y="426"/>
                </a:lnTo>
                <a:lnTo>
                  <a:pt x="857" y="284"/>
                </a:lnTo>
                <a:lnTo>
                  <a:pt x="1183" y="160"/>
                </a:lnTo>
                <a:lnTo>
                  <a:pt x="1545" y="74"/>
                </a:lnTo>
                <a:lnTo>
                  <a:pt x="1943" y="12"/>
                </a:lnTo>
                <a:lnTo>
                  <a:pt x="2377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Rectangle 235"/>
          <p:cNvSpPr/>
          <p:nvPr/>
        </p:nvSpPr>
        <p:spPr>
          <a:xfrm>
            <a:off x="9708364" y="1312590"/>
            <a:ext cx="2170210" cy="30734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1. Presentation Flow</a:t>
            </a:r>
          </a:p>
        </p:txBody>
      </p:sp>
      <p:pic>
        <p:nvPicPr>
          <p:cNvPr id="284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Slide Number Placeholder 4"/>
          <p:cNvSpPr txBox="1"/>
          <p:nvPr>
            <p:ph type="sldNum" sz="quarter" idx="2"/>
          </p:nvPr>
        </p:nvSpPr>
        <p:spPr>
          <a:xfrm>
            <a:off x="11820118" y="65036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roblem Context"/>
          <p:cNvSpPr txBox="1"/>
          <p:nvPr>
            <p:ph type="ctrTitle"/>
          </p:nvPr>
        </p:nvSpPr>
        <p:spPr>
          <a:xfrm>
            <a:off x="136684" y="920878"/>
            <a:ext cx="9144001" cy="550868"/>
          </a:xfrm>
          <a:prstGeom prst="rect">
            <a:avLst/>
          </a:prstGeom>
        </p:spPr>
        <p:txBody>
          <a:bodyPr/>
          <a:lstStyle>
            <a:lvl1pPr algn="l" defTabSz="452627">
              <a:lnSpc>
                <a:spcPct val="100000"/>
              </a:lnSpc>
              <a:defRPr sz="297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Problem Context</a:t>
            </a:r>
          </a:p>
        </p:txBody>
      </p:sp>
      <p:sp>
        <p:nvSpPr>
          <p:cNvPr id="288" name="Background: India imports data from multiple American countries, analysis can reveal economic and trade patterns.…"/>
          <p:cNvSpPr txBox="1"/>
          <p:nvPr>
            <p:ph type="subTitle" sz="half" idx="1"/>
          </p:nvPr>
        </p:nvSpPr>
        <p:spPr>
          <a:xfrm>
            <a:off x="1014518" y="2253235"/>
            <a:ext cx="9144001" cy="3052979"/>
          </a:xfrm>
          <a:prstGeom prst="rect">
            <a:avLst/>
          </a:prstGeom>
        </p:spPr>
        <p:txBody>
          <a:bodyPr/>
          <a:lstStyle/>
          <a:p>
            <a:pPr marL="120315" indent="-120315" algn="just" defTabSz="457200">
              <a:lnSpc>
                <a:spcPct val="100000"/>
              </a:lnSpc>
              <a:spcBef>
                <a:spcPts val="1200"/>
              </a:spcBef>
              <a:buSzPct val="100000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Background: India imports data from multiple American countries, analysis can reveal economic and trade patterns.</a:t>
            </a:r>
          </a:p>
          <a:p>
            <a:pPr marL="120315" indent="-120315" algn="just" defTabSz="457200">
              <a:lnSpc>
                <a:spcPct val="100000"/>
              </a:lnSpc>
              <a:spcBef>
                <a:spcPts val="1200"/>
              </a:spcBef>
              <a:buSzPct val="100000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Challenge: Imports fluctuate by country, commodity, and year — hard to forecast manually.</a:t>
            </a:r>
          </a:p>
          <a:p>
            <a:pPr marL="120315" indent="-120315" algn="just" defTabSz="457200">
              <a:lnSpc>
                <a:spcPct val="100000"/>
              </a:lnSpc>
              <a:spcBef>
                <a:spcPts val="1200"/>
              </a:spcBef>
              <a:buSzPct val="100000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Goal: Use data-driven ML models to understand and predict import behavior.</a:t>
            </a:r>
          </a:p>
        </p:txBody>
      </p:sp>
      <p:sp>
        <p:nvSpPr>
          <p:cNvPr id="289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27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290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326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291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2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3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4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5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6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7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8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99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0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1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2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3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4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5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6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7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8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09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0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1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2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3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4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5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6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7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8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19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0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1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2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3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4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25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363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328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29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0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1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2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3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4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5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6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7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8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39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0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1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2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3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4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5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6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7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8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49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0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1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2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3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4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5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6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7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8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59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60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61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362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364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3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366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06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369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405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370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1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2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3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4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5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6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7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8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79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0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1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2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3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4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5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6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7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8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89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0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1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2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3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4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5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6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7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8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399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00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01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02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03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04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442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407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08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09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0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1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2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3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4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5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6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7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8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19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0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1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2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3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4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5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6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7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8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29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0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1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2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3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4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5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6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7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8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39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40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41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443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4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6" name="Problem Statement :…"/>
          <p:cNvSpPr txBox="1"/>
          <p:nvPr/>
        </p:nvSpPr>
        <p:spPr>
          <a:xfrm>
            <a:off x="234419" y="1103848"/>
            <a:ext cx="8875922" cy="2556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Statement :</a:t>
            </a:r>
          </a:p>
          <a:p>
            <a:pPr defTabSz="457200">
              <a:spcBef>
                <a:spcPts val="1400"/>
              </a:spcBef>
              <a:defRPr b="1" sz="24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defTabSz="457200">
              <a:spcBef>
                <a:spcPts val="1200"/>
              </a:spcBef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analyze and model import data from American countries (2015–2025) using ML techniques for predicting import values, classifying trade levels, and clustering countries by trade similarity.”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86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449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485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450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1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2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3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4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5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6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7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8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59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0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1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2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3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4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5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6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7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8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69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0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1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2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3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4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5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6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7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8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79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80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81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82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83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484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522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487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88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89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0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1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2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3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4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5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6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7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8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9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0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1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2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3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4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5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6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7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8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09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0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1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2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3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4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5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6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7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8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19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20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21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523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52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6" name="Core Ideology &amp; Objectives :…"/>
          <p:cNvSpPr txBox="1"/>
          <p:nvPr/>
        </p:nvSpPr>
        <p:spPr>
          <a:xfrm>
            <a:off x="561187" y="1129155"/>
            <a:ext cx="11069626" cy="4727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 defTabSz="457200">
              <a:spcBef>
                <a:spcPts val="1400"/>
              </a:spcBef>
              <a:defRPr b="1"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</a:t>
            </a:r>
            <a:r>
              <a:rPr u="sng"/>
              <a:t>Core Ideology &amp; Objectives :</a:t>
            </a:r>
            <a:endParaRPr u="sng"/>
          </a:p>
          <a:p>
            <a:pPr algn="just" defTabSz="457200">
              <a:spcBef>
                <a:spcPts val="1200"/>
              </a:spcBef>
              <a:defRPr b="1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b="0"/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Turn raw trade data into insights using ML</a:t>
            </a:r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Three focused solutions:</a:t>
            </a:r>
          </a:p>
          <a:p>
            <a:pPr lvl="1" marL="914400" indent="-317500" algn="just" defTabSz="457200">
              <a:spcBef>
                <a:spcPts val="1200"/>
              </a:spcBef>
              <a:buSzPct val="100000"/>
              <a:buFont typeface="Times Roman"/>
              <a:buChar char="◦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Regression → Predict import value</a:t>
            </a:r>
          </a:p>
          <a:p>
            <a:pPr lvl="1" marL="914400" indent="-317500" algn="just" defTabSz="457200">
              <a:spcBef>
                <a:spcPts val="1200"/>
              </a:spcBef>
              <a:buSzPct val="100000"/>
              <a:buFont typeface="Times Roman"/>
              <a:buChar char="◦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Classification → Categorize imports</a:t>
            </a:r>
          </a:p>
          <a:p>
            <a:pPr lvl="1" marL="914400" indent="-317500" algn="just" defTabSz="457200">
              <a:spcBef>
                <a:spcPts val="1200"/>
              </a:spcBef>
              <a:buSzPct val="100000"/>
              <a:buFont typeface="Times Roman"/>
              <a:buChar char="◦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Clustering → Find similar trade groups</a:t>
            </a:r>
          </a:p>
          <a:p>
            <a:pPr algn="just" defTabSz="457200">
              <a:spcBef>
                <a:spcPts val="1200"/>
              </a:spcBef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just" defTabSz="457200">
              <a:spcBef>
                <a:spcPts val="12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Data Collection &amp; Preprocessing:…"/>
          <p:cNvSpPr txBox="1"/>
          <p:nvPr>
            <p:ph type="subTitle" idx="1"/>
          </p:nvPr>
        </p:nvSpPr>
        <p:spPr>
          <a:xfrm>
            <a:off x="421682" y="947703"/>
            <a:ext cx="9523566" cy="4802472"/>
          </a:xfrm>
          <a:prstGeom prst="rect">
            <a:avLst/>
          </a:prstGeom>
        </p:spPr>
        <p:txBody>
          <a:bodyPr/>
          <a:lstStyle/>
          <a:p>
            <a:pPr algn="just" defTabSz="457200">
              <a:lnSpc>
                <a:spcPct val="100000"/>
              </a:lnSpc>
              <a:spcBef>
                <a:spcPts val="1400"/>
              </a:spcBef>
              <a:defRPr b="1" sz="3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u="sng"/>
              <a:t>Data Collection &amp; Preprocessing:</a:t>
            </a:r>
            <a:br/>
            <a:endParaRPr b="0"/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Dataset info (records, attributes, source)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b="1"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Cleaning steps:</a:t>
            </a:r>
          </a:p>
          <a:p>
            <a:pPr lvl="1" marL="788736" indent="-280736" algn="just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Handled missing values</a:t>
            </a:r>
          </a:p>
          <a:p>
            <a:pPr lvl="1" marL="788736" indent="-280736" algn="just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Converted date columns</a:t>
            </a:r>
          </a:p>
          <a:p>
            <a:pPr lvl="1" marL="788736" indent="-280736" algn="just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Extracted year/month</a:t>
            </a:r>
          </a:p>
          <a:p>
            <a:pPr lvl="1" marL="788736" indent="-280736" algn="just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Removed irrelevant columns</a:t>
            </a:r>
          </a:p>
        </p:txBody>
      </p:sp>
      <p:sp>
        <p:nvSpPr>
          <p:cNvPr id="529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67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530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566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531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2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3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4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5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6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7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8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39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0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1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2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3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4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5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6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7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8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49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0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1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2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3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4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5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6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7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8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59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0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1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2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3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4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565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603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568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69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0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1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2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3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4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5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6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7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8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79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0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1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2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3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4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5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6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7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8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89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0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1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2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3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4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5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6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7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8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599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00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01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02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604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6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606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646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609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645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610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1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2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3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4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5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6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7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8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19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0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1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2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3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4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5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6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7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8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29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0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1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2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3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4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5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6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7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8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39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40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41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42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43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44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682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647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48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49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0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1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2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3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4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5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6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7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8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59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0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1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2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3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4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5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6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7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8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69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0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1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2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3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4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5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6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7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8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79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80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681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683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6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86" name="Exploratory Data Analysis Content:…"/>
          <p:cNvSpPr txBox="1"/>
          <p:nvPr/>
        </p:nvSpPr>
        <p:spPr>
          <a:xfrm>
            <a:off x="577476" y="1046281"/>
            <a:ext cx="9314865" cy="363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 defTabSz="457200">
              <a:spcBef>
                <a:spcPts val="1400"/>
              </a:spcBef>
              <a:defRPr b="1" sz="310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Exploratory Data Analysis Content:</a:t>
            </a:r>
            <a:endParaRPr b="0"/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Top 5 import countries</a:t>
            </a:r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Top 5 commodities</a:t>
            </a:r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Import value trends by year</a:t>
            </a:r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Observed patterns (growth, correlation)</a:t>
            </a:r>
          </a:p>
          <a:p>
            <a:pPr algn="just" defTabSz="457200">
              <a:spcBef>
                <a:spcPts val="1200"/>
              </a:spcBef>
              <a:defRPr sz="29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gression Model (Level 1) :…"/>
          <p:cNvSpPr txBox="1"/>
          <p:nvPr>
            <p:ph type="subTitle" sz="half" idx="1"/>
          </p:nvPr>
        </p:nvSpPr>
        <p:spPr>
          <a:xfrm>
            <a:off x="256221" y="937290"/>
            <a:ext cx="5669228" cy="4537977"/>
          </a:xfrm>
          <a:prstGeom prst="rect">
            <a:avLst/>
          </a:prstGeom>
        </p:spPr>
        <p:txBody>
          <a:bodyPr/>
          <a:lstStyle/>
          <a:p>
            <a:pPr algn="just" defTabSz="457200">
              <a:lnSpc>
                <a:spcPct val="100000"/>
              </a:lnSpc>
              <a:spcBef>
                <a:spcPts val="1400"/>
              </a:spcBef>
              <a:defRPr b="1" sz="2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/>
              <a:t>Regression Model</a:t>
            </a:r>
            <a:r>
              <a:t> (Level 1) :</a:t>
            </a:r>
            <a:endParaRPr b="0"/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Target variable: </a:t>
            </a:r>
            <a:r>
              <a:rPr sz="2300"/>
              <a:t>value_rs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Models used: Linear Regression, Random Forest, XGBoost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Best performance: Random Forest (R² , RMSE )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Interpretation of important features</a:t>
            </a:r>
          </a:p>
        </p:txBody>
      </p:sp>
      <p:sp>
        <p:nvSpPr>
          <p:cNvPr id="689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27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690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726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691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2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3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4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5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6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7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8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699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0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1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2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3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4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5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6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7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8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09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0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1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2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3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4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5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6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7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8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19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0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1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2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3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4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25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763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728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29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0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1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2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3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4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5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6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7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8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39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0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1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2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3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4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5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6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7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8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49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0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1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2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3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4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5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6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7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8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59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60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61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762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764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7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766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767" name="Screenshot 2025-11-03 at 09.39.29.png" descr="Screenshot 2025-11-03 at 09.39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20279" y="1555982"/>
            <a:ext cx="5426934" cy="45379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Classification Model (Level 2) :…"/>
          <p:cNvSpPr txBox="1"/>
          <p:nvPr>
            <p:ph type="subTitle" idx="1"/>
          </p:nvPr>
        </p:nvSpPr>
        <p:spPr>
          <a:xfrm>
            <a:off x="291766" y="926879"/>
            <a:ext cx="7121165" cy="5295534"/>
          </a:xfrm>
          <a:prstGeom prst="rect">
            <a:avLst/>
          </a:prstGeom>
        </p:spPr>
        <p:txBody>
          <a:bodyPr/>
          <a:lstStyle/>
          <a:p>
            <a:pPr algn="just" defTabSz="457200">
              <a:lnSpc>
                <a:spcPct val="100000"/>
              </a:lnSpc>
              <a:spcBef>
                <a:spcPts val="1400"/>
              </a:spcBef>
              <a:defRPr b="1" sz="2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/>
              <a:t>Classification Model </a:t>
            </a:r>
            <a:r>
              <a:t>(Level 2) :</a:t>
            </a:r>
            <a:endParaRPr b="0"/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Purpose: Categorize import values (Low, Medium, High)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Model: Random Forest Classifier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metrics: Accuracy = 82%, Precision , Recall </a:t>
            </a:r>
          </a:p>
          <a:p>
            <a:pPr marL="457200" indent="-317500" algn="just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 interpretation</a:t>
            </a:r>
          </a:p>
          <a:p>
            <a:pPr algn="just" defTabSz="457200">
              <a:lnSpc>
                <a:spcPct val="100000"/>
              </a:lnSpc>
              <a:spcBef>
                <a:spcPts val="1200"/>
              </a:spcBef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770" name="Slide Number"/>
          <p:cNvSpPr txBox="1"/>
          <p:nvPr>
            <p:ph type="sldNum" sz="quarter" idx="2"/>
          </p:nvPr>
        </p:nvSpPr>
        <p:spPr>
          <a:xfrm>
            <a:off x="11820118" y="6503660"/>
            <a:ext cx="181382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08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771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807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772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3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4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5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6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7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8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79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0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1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2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3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4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5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6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7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8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89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0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1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2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3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4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5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6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7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8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799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0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1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2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3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4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5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06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844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809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0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1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2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3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4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5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6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7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8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19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0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1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2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3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4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5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6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7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8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29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0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1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2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3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4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5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6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7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8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39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40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41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42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43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845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84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847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848" name="Screenshot 2025-11-03 at 09.43.40.png" descr="Screenshot 2025-11-03 at 09.43.40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10998" y="1208424"/>
            <a:ext cx="3476982" cy="49797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Clustering (Level 4) :…"/>
          <p:cNvSpPr txBox="1"/>
          <p:nvPr>
            <p:ph type="subTitle" idx="1"/>
          </p:nvPr>
        </p:nvSpPr>
        <p:spPr>
          <a:xfrm>
            <a:off x="371419" y="906882"/>
            <a:ext cx="9573829" cy="4600755"/>
          </a:xfrm>
          <a:prstGeom prst="rect">
            <a:avLst/>
          </a:prstGeom>
        </p:spPr>
        <p:txBody>
          <a:bodyPr/>
          <a:lstStyle/>
          <a:p>
            <a:pPr algn="l" defTabSz="457200">
              <a:lnSpc>
                <a:spcPct val="100000"/>
              </a:lnSpc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/>
              <a:t>Clustering </a:t>
            </a:r>
            <a:r>
              <a:t>(Level 4) :</a:t>
            </a:r>
          </a:p>
          <a:p>
            <a:pPr algn="l" defTabSz="457200">
              <a:lnSpc>
                <a:spcPct val="100000"/>
              </a:lnSpc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Goal: Group countries with similar trade patterns</a:t>
            </a:r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Method: K-Means (k = 4)</a:t>
            </a:r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Insights from each cluster</a:t>
            </a:r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Application: Country grouping for policy decision</a:t>
            </a:r>
          </a:p>
        </p:txBody>
      </p:sp>
      <p:sp>
        <p:nvSpPr>
          <p:cNvPr id="8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89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852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888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853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4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5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6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7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8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59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0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1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2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3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4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5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6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7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8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69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0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1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2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3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4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5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6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7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8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79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0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1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2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3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4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5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6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887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925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890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1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2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3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4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5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6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7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8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899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0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1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2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3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4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5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6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7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8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09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0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1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2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3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4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5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6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7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8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19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20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21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22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23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24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926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9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928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929" name="Screenshot 2025-11-03 at 11.41.29.png" descr="Screenshot 2025-11-03 at 11.41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52870" y="3837707"/>
            <a:ext cx="3137044" cy="249217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0" name="Screenshot 2025-11-03 at 11.43.14.png" descr="Screenshot 2025-11-03 at 11.43.1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48503" y="1092455"/>
            <a:ext cx="4486478" cy="46730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Streamlit Interface :…"/>
          <p:cNvSpPr txBox="1"/>
          <p:nvPr>
            <p:ph type="subTitle" idx="1"/>
          </p:nvPr>
        </p:nvSpPr>
        <p:spPr>
          <a:xfrm>
            <a:off x="801247" y="1350363"/>
            <a:ext cx="10867480" cy="4157274"/>
          </a:xfrm>
          <a:prstGeom prst="rect">
            <a:avLst/>
          </a:prstGeom>
        </p:spPr>
        <p:txBody>
          <a:bodyPr/>
          <a:lstStyle/>
          <a:p>
            <a:pPr algn="l" defTabSz="457200">
              <a:lnSpc>
                <a:spcPct val="100000"/>
              </a:lnSpc>
              <a:spcBef>
                <a:spcPts val="1400"/>
              </a:spcBef>
              <a:defRPr b="1" sz="23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Streamlit Interface :</a:t>
            </a:r>
            <a:endParaRPr b="0"/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Description: Interactive web app built for predictions</a:t>
            </a:r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Functions:</a:t>
            </a:r>
          </a:p>
          <a:p>
            <a:pPr lvl="1" marL="788736" indent="-280736" algn="l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Regression → Predict import value</a:t>
            </a:r>
          </a:p>
          <a:p>
            <a:pPr lvl="1" marL="788736" indent="-280736" algn="l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Classification → Categorize value</a:t>
            </a:r>
          </a:p>
          <a:p>
            <a:pPr lvl="1" marL="788736" indent="-280736" algn="l" defTabSz="4572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Clustering → Find country group</a:t>
            </a:r>
          </a:p>
          <a:p>
            <a:pPr marL="457200" indent="-317500" algn="l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Easy user input → Instant results</a:t>
            </a:r>
          </a:p>
          <a:p>
            <a:pPr algn="l"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9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71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934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970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935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6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7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8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39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0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1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2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3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4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5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6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7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8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49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0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1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2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3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4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5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6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7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8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59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0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1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2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3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4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5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6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7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8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969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1007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972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3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4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5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6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7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8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79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0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1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2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3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4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5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6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7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8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89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0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1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2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3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4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5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6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7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8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999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0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1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2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3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4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5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06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1008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00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1010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Regression"/>
          <p:cNvSpPr txBox="1"/>
          <p:nvPr>
            <p:ph type="subTitle" sz="quarter" idx="1"/>
          </p:nvPr>
        </p:nvSpPr>
        <p:spPr>
          <a:xfrm>
            <a:off x="532837" y="2534024"/>
            <a:ext cx="3989162" cy="646332"/>
          </a:xfrm>
          <a:prstGeom prst="rect">
            <a:avLst/>
          </a:prstGeom>
        </p:spPr>
        <p:txBody>
          <a:bodyPr/>
          <a:lstStyle>
            <a:lvl1pPr algn="l" defTabSz="457200">
              <a:lnSpc>
                <a:spcPct val="100000"/>
              </a:lnSpc>
              <a:spcBef>
                <a:spcPts val="0"/>
              </a:spcBef>
              <a:defRPr sz="28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Regression</a:t>
            </a:r>
          </a:p>
        </p:txBody>
      </p:sp>
      <p:sp>
        <p:nvSpPr>
          <p:cNvPr id="10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51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1014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1050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1015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16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17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18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19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0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1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2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3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4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5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6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7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8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29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0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1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2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3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4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5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6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7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8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39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0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1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2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3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4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5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6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7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8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49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1087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1052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3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4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5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6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7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8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59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0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1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2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3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4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5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6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7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8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69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0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1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2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3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4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5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6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7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8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79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0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1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2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3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4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5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086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1088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0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1090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091" name="Screenshot 2025-11-02 at 15.57.47.png" descr="Screenshot 2025-11-02 at 15.57.4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8944" y="1092099"/>
            <a:ext cx="10116050" cy="12384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2" name="Screenshot 2025-11-03 at 11.48.05.png" descr="Screenshot 2025-11-03 at 11.48.0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83577" y="3120647"/>
            <a:ext cx="6838455" cy="32043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Classification:"/>
          <p:cNvSpPr txBox="1"/>
          <p:nvPr>
            <p:ph type="ctrTitle"/>
          </p:nvPr>
        </p:nvSpPr>
        <p:spPr>
          <a:xfrm>
            <a:off x="136684" y="920878"/>
            <a:ext cx="9144001" cy="550868"/>
          </a:xfrm>
          <a:prstGeom prst="rect">
            <a:avLst/>
          </a:prstGeom>
        </p:spPr>
        <p:txBody>
          <a:bodyPr/>
          <a:lstStyle>
            <a:lvl1pPr algn="l" defTabSz="452627">
              <a:lnSpc>
                <a:spcPct val="100000"/>
              </a:lnSpc>
              <a:defRPr sz="297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Classification:</a:t>
            </a:r>
          </a:p>
        </p:txBody>
      </p:sp>
      <p:sp>
        <p:nvSpPr>
          <p:cNvPr id="10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133" name="Group 84"/>
          <p:cNvGrpSpPr/>
          <p:nvPr/>
        </p:nvGrpSpPr>
        <p:grpSpPr>
          <a:xfrm>
            <a:off x="4232" y="6382984"/>
            <a:ext cx="12192001" cy="476251"/>
            <a:chOff x="0" y="0"/>
            <a:chExt cx="12192000" cy="476250"/>
          </a:xfrm>
        </p:grpSpPr>
        <p:sp>
          <p:nvSpPr>
            <p:cNvPr id="1096" name="Rectangle 8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rgbClr val="C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grpSp>
          <p:nvGrpSpPr>
            <p:cNvPr id="1132" name="Group 87"/>
            <p:cNvGrpSpPr/>
            <p:nvPr/>
          </p:nvGrpSpPr>
          <p:grpSpPr>
            <a:xfrm>
              <a:off x="160088" y="85392"/>
              <a:ext cx="4088470" cy="273468"/>
              <a:chOff x="0" y="0"/>
              <a:chExt cx="4088468" cy="273466"/>
            </a:xfrm>
          </p:grpSpPr>
          <p:sp>
            <p:nvSpPr>
              <p:cNvPr id="1097" name="Freeform: Shape 4"/>
              <p:cNvSpPr/>
              <p:nvPr/>
            </p:nvSpPr>
            <p:spPr>
              <a:xfrm>
                <a:off x="471099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98" name="Freeform: Shape 5"/>
              <p:cNvSpPr/>
              <p:nvPr/>
            </p:nvSpPr>
            <p:spPr>
              <a:xfrm>
                <a:off x="386459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099" name="Freeform: Shape 6"/>
              <p:cNvSpPr/>
              <p:nvPr/>
            </p:nvSpPr>
            <p:spPr>
              <a:xfrm>
                <a:off x="1670770" y="122"/>
                <a:ext cx="137946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106" y="0"/>
                      <a:pt x="14268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0" name="Freeform: Shape 7"/>
              <p:cNvSpPr/>
              <p:nvPr/>
            </p:nvSpPr>
            <p:spPr>
              <a:xfrm>
                <a:off x="817580" y="92"/>
                <a:ext cx="94005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7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1" name="Freeform: Shape 8"/>
              <p:cNvSpPr/>
              <p:nvPr/>
            </p:nvSpPr>
            <p:spPr>
              <a:xfrm>
                <a:off x="637345" y="92"/>
                <a:ext cx="9292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2" name="Freeform: Shape 9"/>
              <p:cNvSpPr/>
              <p:nvPr/>
            </p:nvSpPr>
            <p:spPr>
              <a:xfrm>
                <a:off x="240752" y="92"/>
                <a:ext cx="92563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312" y="0"/>
                      <a:pt x="14372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3" name="Freeform: Shape 10"/>
              <p:cNvSpPr/>
              <p:nvPr/>
            </p:nvSpPr>
            <p:spPr>
              <a:xfrm>
                <a:off x="83919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4" name="Freeform: Shape 11"/>
              <p:cNvSpPr/>
              <p:nvPr/>
            </p:nvSpPr>
            <p:spPr>
              <a:xfrm>
                <a:off x="0" y="122"/>
                <a:ext cx="48262" cy="2733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8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5" name="Freeform: Shape 12"/>
              <p:cNvSpPr/>
              <p:nvPr/>
            </p:nvSpPr>
            <p:spPr>
              <a:xfrm>
                <a:off x="1983442" y="61"/>
                <a:ext cx="48263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7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6" name="Freeform: Shape 13"/>
              <p:cNvSpPr/>
              <p:nvPr/>
            </p:nvSpPr>
            <p:spPr>
              <a:xfrm>
                <a:off x="2067362" y="0"/>
                <a:ext cx="48262" cy="2734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9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6"/>
                      <a:pt x="21600" y="14401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7" name="Freeform: Shape 14"/>
              <p:cNvSpPr/>
              <p:nvPr/>
            </p:nvSpPr>
            <p:spPr>
              <a:xfrm>
                <a:off x="1899523" y="92"/>
                <a:ext cx="4754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4"/>
                      <a:pt x="0" y="0"/>
                    </a:cubicBezTo>
                    <a:cubicBezTo>
                      <a:pt x="7200" y="0"/>
                      <a:pt x="14236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8" name="Freeform: Shape 15"/>
              <p:cNvSpPr/>
              <p:nvPr/>
            </p:nvSpPr>
            <p:spPr>
              <a:xfrm>
                <a:off x="2151281" y="92"/>
                <a:ext cx="48262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9"/>
                      <a:pt x="0" y="7206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201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09" name="Freeform: Shape 16"/>
              <p:cNvSpPr/>
              <p:nvPr/>
            </p:nvSpPr>
            <p:spPr>
              <a:xfrm>
                <a:off x="345774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0" name="Freeform: Shape 17"/>
              <p:cNvSpPr/>
              <p:nvPr/>
            </p:nvSpPr>
            <p:spPr>
              <a:xfrm>
                <a:off x="3633589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1" name="Freeform: Shape 18"/>
              <p:cNvSpPr/>
              <p:nvPr/>
            </p:nvSpPr>
            <p:spPr>
              <a:xfrm>
                <a:off x="3719606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3"/>
                      <a:pt x="0" y="0"/>
                    </a:cubicBezTo>
                    <a:cubicBezTo>
                      <a:pt x="7275" y="0"/>
                      <a:pt x="14325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2" name="Freeform: Shape 19"/>
              <p:cNvSpPr/>
              <p:nvPr/>
            </p:nvSpPr>
            <p:spPr>
              <a:xfrm>
                <a:off x="3967412" y="122"/>
                <a:ext cx="52260" cy="2733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593"/>
                    </a:moveTo>
                    <a:cubicBezTo>
                      <a:pt x="2828" y="14504"/>
                      <a:pt x="610" y="7099"/>
                      <a:pt x="1205" y="0"/>
                    </a:cubicBez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3" name="Freeform: Shape 20"/>
              <p:cNvSpPr/>
              <p:nvPr/>
            </p:nvSpPr>
            <p:spPr>
              <a:xfrm>
                <a:off x="3888531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4" name="Freeform: Shape 21"/>
              <p:cNvSpPr/>
              <p:nvPr/>
            </p:nvSpPr>
            <p:spPr>
              <a:xfrm>
                <a:off x="4051731" y="92"/>
                <a:ext cx="36738" cy="2733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6988" y="0"/>
                      <a:pt x="13765" y="0"/>
                      <a:pt x="21600" y="0"/>
                    </a:cubicBezTo>
                    <a:cubicBezTo>
                      <a:pt x="21600" y="7194"/>
                      <a:pt x="21600" y="14389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5" name="Freeform: Shape 22"/>
              <p:cNvSpPr/>
              <p:nvPr/>
            </p:nvSpPr>
            <p:spPr>
              <a:xfrm>
                <a:off x="3082110" y="92"/>
                <a:ext cx="137946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7"/>
                      <a:pt x="0" y="7201"/>
                      <a:pt x="0" y="0"/>
                    </a:cubicBezTo>
                    <a:cubicBezTo>
                      <a:pt x="7275" y="0"/>
                      <a:pt x="14381" y="0"/>
                      <a:pt x="21600" y="0"/>
                    </a:cubicBezTo>
                    <a:cubicBezTo>
                      <a:pt x="21600" y="7203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6" name="Freeform: Shape 23"/>
              <p:cNvSpPr/>
              <p:nvPr/>
            </p:nvSpPr>
            <p:spPr>
              <a:xfrm>
                <a:off x="3259776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7" name="Freeform: Shape 24"/>
              <p:cNvSpPr/>
              <p:nvPr/>
            </p:nvSpPr>
            <p:spPr>
              <a:xfrm>
                <a:off x="3364587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199"/>
                      <a:pt x="21600" y="14390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8" name="Freeform: Shape 25"/>
              <p:cNvSpPr/>
              <p:nvPr/>
            </p:nvSpPr>
            <p:spPr>
              <a:xfrm>
                <a:off x="2977298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19" name="Freeform: Shape 26"/>
              <p:cNvSpPr/>
              <p:nvPr/>
            </p:nvSpPr>
            <p:spPr>
              <a:xfrm>
                <a:off x="2454181" y="122"/>
                <a:ext cx="48262" cy="254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6"/>
                      <a:pt x="0" y="0"/>
                    </a:cubicBezTo>
                    <a:cubicBezTo>
                      <a:pt x="7092" y="0"/>
                      <a:pt x="14185" y="0"/>
                      <a:pt x="21600" y="0"/>
                    </a:cubicBezTo>
                    <a:cubicBezTo>
                      <a:pt x="21600" y="7201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0" name="Freeform: Shape 27"/>
              <p:cNvSpPr/>
              <p:nvPr/>
            </p:nvSpPr>
            <p:spPr>
              <a:xfrm>
                <a:off x="2235920" y="0"/>
                <a:ext cx="48263" cy="255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4"/>
                      <a:pt x="0" y="7211"/>
                      <a:pt x="0" y="0"/>
                    </a:cubicBezTo>
                    <a:cubicBezTo>
                      <a:pt x="3707" y="0"/>
                      <a:pt x="7254" y="0"/>
                      <a:pt x="10961" y="0"/>
                    </a:cubicBezTo>
                    <a:cubicBezTo>
                      <a:pt x="14346" y="0"/>
                      <a:pt x="17731" y="0"/>
                      <a:pt x="21600" y="0"/>
                    </a:cubicBezTo>
                    <a:cubicBezTo>
                      <a:pt x="21600" y="7203"/>
                      <a:pt x="21600" y="14394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1" name="Freeform: Shape 28"/>
              <p:cNvSpPr/>
              <p:nvPr/>
            </p:nvSpPr>
            <p:spPr>
              <a:xfrm>
                <a:off x="2325498" y="0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2" name="Freeform: Shape 29"/>
              <p:cNvSpPr/>
              <p:nvPr/>
            </p:nvSpPr>
            <p:spPr>
              <a:xfrm>
                <a:off x="2782722" y="122"/>
                <a:ext cx="4826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2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3" name="Freeform: Shape 30"/>
              <p:cNvSpPr/>
              <p:nvPr/>
            </p:nvSpPr>
            <p:spPr>
              <a:xfrm>
                <a:off x="2885302" y="122"/>
                <a:ext cx="48262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093" y="0"/>
                      <a:pt x="14185" y="0"/>
                      <a:pt x="21600" y="0"/>
                    </a:cubicBezTo>
                    <a:cubicBezTo>
                      <a:pt x="21600" y="7202"/>
                      <a:pt x="21600" y="14396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4" name="Freeform: Shape 31"/>
              <p:cNvSpPr/>
              <p:nvPr/>
            </p:nvSpPr>
            <p:spPr>
              <a:xfrm>
                <a:off x="2680143" y="122"/>
                <a:ext cx="48263" cy="254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3"/>
                      <a:pt x="0" y="7205"/>
                      <a:pt x="0" y="0"/>
                    </a:cubicBezTo>
                    <a:cubicBezTo>
                      <a:pt x="6931" y="0"/>
                      <a:pt x="14024" y="0"/>
                      <a:pt x="21600" y="0"/>
                    </a:cubicBezTo>
                    <a:cubicBezTo>
                      <a:pt x="21600" y="7200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5" name="Freeform: Shape 32"/>
              <p:cNvSpPr/>
              <p:nvPr/>
            </p:nvSpPr>
            <p:spPr>
              <a:xfrm>
                <a:off x="2534345" y="122"/>
                <a:ext cx="92924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6" name="Freeform: Shape 33"/>
              <p:cNvSpPr/>
              <p:nvPr/>
            </p:nvSpPr>
            <p:spPr>
              <a:xfrm>
                <a:off x="1085682" y="0"/>
                <a:ext cx="181165" cy="2549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2"/>
                      <a:pt x="0" y="7203"/>
                      <a:pt x="0" y="0"/>
                    </a:cubicBezTo>
                    <a:cubicBezTo>
                      <a:pt x="7171" y="0"/>
                      <a:pt x="14300" y="0"/>
                      <a:pt x="21600" y="0"/>
                    </a:cubicBezTo>
                    <a:cubicBezTo>
                      <a:pt x="21600" y="7198"/>
                      <a:pt x="21600" y="14397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7" name="Freeform: Shape 34"/>
              <p:cNvSpPr/>
              <p:nvPr/>
            </p:nvSpPr>
            <p:spPr>
              <a:xfrm>
                <a:off x="943383" y="92"/>
                <a:ext cx="92924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84" y="0"/>
                      <a:pt x="14316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8" name="Freeform: Shape 35"/>
              <p:cNvSpPr/>
              <p:nvPr/>
            </p:nvSpPr>
            <p:spPr>
              <a:xfrm>
                <a:off x="1551962" y="122"/>
                <a:ext cx="92923" cy="254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398"/>
                      <a:pt x="0" y="7204"/>
                      <a:pt x="0" y="0"/>
                    </a:cubicBezTo>
                    <a:cubicBezTo>
                      <a:pt x="7200" y="0"/>
                      <a:pt x="14316" y="0"/>
                      <a:pt x="21600" y="0"/>
                    </a:cubicBezTo>
                    <a:cubicBezTo>
                      <a:pt x="21600" y="7202"/>
                      <a:pt x="21600" y="14398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29" name="Freeform: Shape 36"/>
              <p:cNvSpPr/>
              <p:nvPr/>
            </p:nvSpPr>
            <p:spPr>
              <a:xfrm>
                <a:off x="1297490" y="92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30" name="Freeform: Shape 37"/>
              <p:cNvSpPr/>
              <p:nvPr/>
            </p:nvSpPr>
            <p:spPr>
              <a:xfrm>
                <a:off x="1376036" y="92"/>
                <a:ext cx="48262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131" name="Freeform: Shape 38"/>
              <p:cNvSpPr/>
              <p:nvPr/>
            </p:nvSpPr>
            <p:spPr>
              <a:xfrm>
                <a:off x="1454580" y="0"/>
                <a:ext cx="48263" cy="254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cubicBezTo>
                      <a:pt x="0" y="14401"/>
                      <a:pt x="0" y="7204"/>
                      <a:pt x="0" y="0"/>
                    </a:cubicBezTo>
                    <a:cubicBezTo>
                      <a:pt x="7254" y="0"/>
                      <a:pt x="14185" y="0"/>
                      <a:pt x="21600" y="0"/>
                    </a:cubicBezTo>
                    <a:cubicBezTo>
                      <a:pt x="21600" y="7199"/>
                      <a:pt x="21600" y="14393"/>
                      <a:pt x="21600" y="21600"/>
                    </a:cubicBezTo>
                  </a:path>
                </a:pathLst>
              </a:custGeom>
              <a:solidFill>
                <a:srgbClr val="C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C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</p:grpSp>
      <p:grpSp>
        <p:nvGrpSpPr>
          <p:cNvPr id="1169" name="Group 123"/>
          <p:cNvGrpSpPr/>
          <p:nvPr/>
        </p:nvGrpSpPr>
        <p:grpSpPr>
          <a:xfrm>
            <a:off x="166247" y="6490548"/>
            <a:ext cx="4248405" cy="273467"/>
            <a:chOff x="0" y="0"/>
            <a:chExt cx="4248403" cy="273466"/>
          </a:xfrm>
        </p:grpSpPr>
        <p:sp>
          <p:nvSpPr>
            <p:cNvPr id="1134" name="Freeform: Shape 4"/>
            <p:cNvSpPr/>
            <p:nvPr/>
          </p:nvSpPr>
          <p:spPr>
            <a:xfrm>
              <a:off x="489527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35" name="Freeform: Shape 5"/>
            <p:cNvSpPr/>
            <p:nvPr/>
          </p:nvSpPr>
          <p:spPr>
            <a:xfrm>
              <a:off x="401577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36" name="Freeform: Shape 6"/>
            <p:cNvSpPr/>
            <p:nvPr/>
          </p:nvSpPr>
          <p:spPr>
            <a:xfrm>
              <a:off x="1736128" y="122"/>
              <a:ext cx="143343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106" y="0"/>
                    <a:pt x="14268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37" name="Freeform: Shape 7"/>
            <p:cNvSpPr/>
            <p:nvPr/>
          </p:nvSpPr>
          <p:spPr>
            <a:xfrm>
              <a:off x="849563" y="92"/>
              <a:ext cx="9768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7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38" name="Freeform: Shape 8"/>
            <p:cNvSpPr/>
            <p:nvPr/>
          </p:nvSpPr>
          <p:spPr>
            <a:xfrm>
              <a:off x="66227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39" name="Freeform: Shape 9"/>
            <p:cNvSpPr/>
            <p:nvPr/>
          </p:nvSpPr>
          <p:spPr>
            <a:xfrm>
              <a:off x="250170" y="92"/>
              <a:ext cx="96184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312" y="0"/>
                    <a:pt x="14372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0" name="Freeform: Shape 10"/>
            <p:cNvSpPr/>
            <p:nvPr/>
          </p:nvSpPr>
          <p:spPr>
            <a:xfrm>
              <a:off x="87202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1" name="Freeform: Shape 11"/>
            <p:cNvSpPr/>
            <p:nvPr/>
          </p:nvSpPr>
          <p:spPr>
            <a:xfrm>
              <a:off x="0" y="122"/>
              <a:ext cx="50150" cy="273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8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2" name="Freeform: Shape 12"/>
            <p:cNvSpPr/>
            <p:nvPr/>
          </p:nvSpPr>
          <p:spPr>
            <a:xfrm>
              <a:off x="2061031" y="61"/>
              <a:ext cx="50151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7"/>
                    <a:pt x="21600" y="14394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3" name="Freeform: Shape 13"/>
            <p:cNvSpPr/>
            <p:nvPr/>
          </p:nvSpPr>
          <p:spPr>
            <a:xfrm>
              <a:off x="2148234" y="0"/>
              <a:ext cx="50151" cy="2734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9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6"/>
                    <a:pt x="21600" y="14401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4" name="Freeform: Shape 14"/>
            <p:cNvSpPr/>
            <p:nvPr/>
          </p:nvSpPr>
          <p:spPr>
            <a:xfrm>
              <a:off x="1973830" y="92"/>
              <a:ext cx="49402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4"/>
                    <a:pt x="0" y="0"/>
                  </a:cubicBezTo>
                  <a:cubicBezTo>
                    <a:pt x="7200" y="0"/>
                    <a:pt x="14236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5" name="Freeform: Shape 15"/>
            <p:cNvSpPr/>
            <p:nvPr/>
          </p:nvSpPr>
          <p:spPr>
            <a:xfrm>
              <a:off x="2235436" y="92"/>
              <a:ext cx="50150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9"/>
                    <a:pt x="0" y="7206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201"/>
                    <a:pt x="21600" y="14397"/>
                    <a:pt x="21600" y="2160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6" name="Freeform: Shape 16"/>
            <p:cNvSpPr/>
            <p:nvPr/>
          </p:nvSpPr>
          <p:spPr>
            <a:xfrm>
              <a:off x="3593002" y="92"/>
              <a:ext cx="14334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7" name="Freeform: Shape 17"/>
            <p:cNvSpPr/>
            <p:nvPr/>
          </p:nvSpPr>
          <p:spPr>
            <a:xfrm>
              <a:off x="3775730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8" name="Freeform: Shape 18"/>
            <p:cNvSpPr/>
            <p:nvPr/>
          </p:nvSpPr>
          <p:spPr>
            <a:xfrm>
              <a:off x="3865112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3"/>
                    <a:pt x="0" y="0"/>
                  </a:cubicBezTo>
                  <a:cubicBezTo>
                    <a:pt x="7275" y="0"/>
                    <a:pt x="14325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49" name="Freeform: Shape 19"/>
            <p:cNvSpPr/>
            <p:nvPr/>
          </p:nvSpPr>
          <p:spPr>
            <a:xfrm>
              <a:off x="4122612" y="122"/>
              <a:ext cx="54304" cy="273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593"/>
                  </a:moveTo>
                  <a:cubicBezTo>
                    <a:pt x="2828" y="14504"/>
                    <a:pt x="610" y="7099"/>
                    <a:pt x="1205" y="0"/>
                  </a:cubicBezTo>
                  <a:lnTo>
                    <a:pt x="21600" y="0"/>
                  </a:lnTo>
                  <a:lnTo>
                    <a:pt x="21600" y="21600"/>
                  </a:ln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0" name="Freeform: Shape 20"/>
            <p:cNvSpPr/>
            <p:nvPr/>
          </p:nvSpPr>
          <p:spPr>
            <a:xfrm>
              <a:off x="404064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1" name="Freeform: Shape 21"/>
            <p:cNvSpPr/>
            <p:nvPr/>
          </p:nvSpPr>
          <p:spPr>
            <a:xfrm>
              <a:off x="4210229" y="92"/>
              <a:ext cx="38175" cy="273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6988" y="0"/>
                    <a:pt x="13765" y="0"/>
                    <a:pt x="21600" y="0"/>
                  </a:cubicBezTo>
                  <a:cubicBezTo>
                    <a:pt x="21600" y="7194"/>
                    <a:pt x="21600" y="14389"/>
                    <a:pt x="21600" y="21600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2" name="Freeform: Shape 22"/>
            <p:cNvSpPr/>
            <p:nvPr/>
          </p:nvSpPr>
          <p:spPr>
            <a:xfrm>
              <a:off x="3202678" y="92"/>
              <a:ext cx="143342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7"/>
                    <a:pt x="0" y="7201"/>
                    <a:pt x="0" y="0"/>
                  </a:cubicBezTo>
                  <a:cubicBezTo>
                    <a:pt x="7275" y="0"/>
                    <a:pt x="14381" y="0"/>
                    <a:pt x="21600" y="0"/>
                  </a:cubicBezTo>
                  <a:cubicBezTo>
                    <a:pt x="21600" y="7203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3" name="Freeform: Shape 23"/>
            <p:cNvSpPr/>
            <p:nvPr/>
          </p:nvSpPr>
          <p:spPr>
            <a:xfrm>
              <a:off x="3387294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4" name="Freeform: Shape 24"/>
            <p:cNvSpPr/>
            <p:nvPr/>
          </p:nvSpPr>
          <p:spPr>
            <a:xfrm>
              <a:off x="3496205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199"/>
                    <a:pt x="21600" y="14390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5" name="Freeform: Shape 25"/>
            <p:cNvSpPr/>
            <p:nvPr/>
          </p:nvSpPr>
          <p:spPr>
            <a:xfrm>
              <a:off x="3093766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6" name="Freeform: Shape 26"/>
            <p:cNvSpPr/>
            <p:nvPr/>
          </p:nvSpPr>
          <p:spPr>
            <a:xfrm>
              <a:off x="2550185" y="122"/>
              <a:ext cx="50150" cy="254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6"/>
                    <a:pt x="0" y="0"/>
                  </a:cubicBezTo>
                  <a:cubicBezTo>
                    <a:pt x="7092" y="0"/>
                    <a:pt x="14185" y="0"/>
                    <a:pt x="21600" y="0"/>
                  </a:cubicBezTo>
                  <a:cubicBezTo>
                    <a:pt x="21600" y="7201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7" name="Freeform: Shape 27"/>
            <p:cNvSpPr/>
            <p:nvPr/>
          </p:nvSpPr>
          <p:spPr>
            <a:xfrm>
              <a:off x="2323386" y="0"/>
              <a:ext cx="50151" cy="255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4"/>
                    <a:pt x="0" y="7211"/>
                    <a:pt x="0" y="0"/>
                  </a:cubicBezTo>
                  <a:cubicBezTo>
                    <a:pt x="3707" y="0"/>
                    <a:pt x="7254" y="0"/>
                    <a:pt x="10961" y="0"/>
                  </a:cubicBezTo>
                  <a:cubicBezTo>
                    <a:pt x="14346" y="0"/>
                    <a:pt x="17731" y="0"/>
                    <a:pt x="21600" y="0"/>
                  </a:cubicBezTo>
                  <a:cubicBezTo>
                    <a:pt x="21600" y="7203"/>
                    <a:pt x="21600" y="14394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8" name="Freeform: Shape 28"/>
            <p:cNvSpPr/>
            <p:nvPr/>
          </p:nvSpPr>
          <p:spPr>
            <a:xfrm>
              <a:off x="2416469" y="0"/>
              <a:ext cx="96558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59" name="Freeform: Shape 29"/>
            <p:cNvSpPr/>
            <p:nvPr/>
          </p:nvSpPr>
          <p:spPr>
            <a:xfrm>
              <a:off x="2891578" y="122"/>
              <a:ext cx="50151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2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0" name="Freeform: Shape 30"/>
            <p:cNvSpPr/>
            <p:nvPr/>
          </p:nvSpPr>
          <p:spPr>
            <a:xfrm>
              <a:off x="2998171" y="122"/>
              <a:ext cx="50150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093" y="0"/>
                    <a:pt x="14185" y="0"/>
                    <a:pt x="21600" y="0"/>
                  </a:cubicBezTo>
                  <a:cubicBezTo>
                    <a:pt x="21600" y="7202"/>
                    <a:pt x="21600" y="14396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1" name="Freeform: Shape 31"/>
            <p:cNvSpPr/>
            <p:nvPr/>
          </p:nvSpPr>
          <p:spPr>
            <a:xfrm>
              <a:off x="2784987" y="122"/>
              <a:ext cx="50151" cy="254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3"/>
                    <a:pt x="0" y="7205"/>
                    <a:pt x="0" y="0"/>
                  </a:cubicBezTo>
                  <a:cubicBezTo>
                    <a:pt x="6931" y="0"/>
                    <a:pt x="14024" y="0"/>
                    <a:pt x="21600" y="0"/>
                  </a:cubicBezTo>
                  <a:cubicBezTo>
                    <a:pt x="21600" y="7200"/>
                    <a:pt x="21600" y="14397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2" name="Freeform: Shape 32"/>
            <p:cNvSpPr/>
            <p:nvPr/>
          </p:nvSpPr>
          <p:spPr>
            <a:xfrm>
              <a:off x="2633485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3" name="Freeform: Shape 33"/>
            <p:cNvSpPr/>
            <p:nvPr/>
          </p:nvSpPr>
          <p:spPr>
            <a:xfrm>
              <a:off x="1128152" y="0"/>
              <a:ext cx="188253" cy="254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2"/>
                    <a:pt x="0" y="7203"/>
                    <a:pt x="0" y="0"/>
                  </a:cubicBezTo>
                  <a:cubicBezTo>
                    <a:pt x="7171" y="0"/>
                    <a:pt x="14300" y="0"/>
                    <a:pt x="21600" y="0"/>
                  </a:cubicBezTo>
                  <a:cubicBezTo>
                    <a:pt x="21600" y="7198"/>
                    <a:pt x="21600" y="14397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4" name="Freeform: Shape 34"/>
            <p:cNvSpPr/>
            <p:nvPr/>
          </p:nvSpPr>
          <p:spPr>
            <a:xfrm>
              <a:off x="980287" y="92"/>
              <a:ext cx="96559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84" y="0"/>
                    <a:pt x="14316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5" name="Freeform: Shape 35"/>
            <p:cNvSpPr/>
            <p:nvPr/>
          </p:nvSpPr>
          <p:spPr>
            <a:xfrm>
              <a:off x="1612672" y="122"/>
              <a:ext cx="96559" cy="254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398"/>
                    <a:pt x="0" y="7204"/>
                    <a:pt x="0" y="0"/>
                  </a:cubicBezTo>
                  <a:cubicBezTo>
                    <a:pt x="7200" y="0"/>
                    <a:pt x="14316" y="0"/>
                    <a:pt x="21600" y="0"/>
                  </a:cubicBezTo>
                  <a:cubicBezTo>
                    <a:pt x="21600" y="7202"/>
                    <a:pt x="21600" y="14398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6" name="Freeform: Shape 36"/>
            <p:cNvSpPr/>
            <p:nvPr/>
          </p:nvSpPr>
          <p:spPr>
            <a:xfrm>
              <a:off x="1348246" y="92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7" name="Freeform: Shape 37"/>
            <p:cNvSpPr/>
            <p:nvPr/>
          </p:nvSpPr>
          <p:spPr>
            <a:xfrm>
              <a:off x="1429864" y="92"/>
              <a:ext cx="50151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168" name="Freeform: Shape 38"/>
            <p:cNvSpPr/>
            <p:nvPr/>
          </p:nvSpPr>
          <p:spPr>
            <a:xfrm>
              <a:off x="1511482" y="0"/>
              <a:ext cx="50150" cy="254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14401"/>
                    <a:pt x="0" y="7204"/>
                    <a:pt x="0" y="0"/>
                  </a:cubicBezTo>
                  <a:cubicBezTo>
                    <a:pt x="7254" y="0"/>
                    <a:pt x="14185" y="0"/>
                    <a:pt x="21600" y="0"/>
                  </a:cubicBezTo>
                  <a:cubicBezTo>
                    <a:pt x="21600" y="7199"/>
                    <a:pt x="21600" y="14393"/>
                    <a:pt x="21600" y="21600"/>
                  </a:cubicBezTo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</p:grpSp>
      <p:sp>
        <p:nvSpPr>
          <p:cNvPr id="1170" name="Rectangle 1"/>
          <p:cNvSpPr/>
          <p:nvPr/>
        </p:nvSpPr>
        <p:spPr>
          <a:xfrm>
            <a:off x="-1" y="-699"/>
            <a:ext cx="12192001" cy="646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38100" dir="2700000">
              <a:srgbClr val="000000">
                <a:alpha val="40000"/>
              </a:srgbClr>
            </a:outerShdw>
          </a:effectLst>
        </p:spPr>
        <p:txBody>
          <a:bodyPr lIns="45719" rIns="45719">
            <a:spAutoFit/>
          </a:bodyPr>
          <a:lstStyle/>
          <a:p>
            <a:pPr algn="ctr">
              <a:defRPr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17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86" y="34940"/>
            <a:ext cx="1343007" cy="5750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2" name="Slide Number Placeholder 4"/>
          <p:cNvSpPr txBox="1"/>
          <p:nvPr/>
        </p:nvSpPr>
        <p:spPr>
          <a:xfrm>
            <a:off x="11820118" y="6503660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173" name="Screenshot 2025-11-03 at 11.51.37.png" descr="Screenshot 2025-11-03 at 11.51.3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29879" y="1696266"/>
            <a:ext cx="9660221" cy="44621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Conclusion &amp; Future Scope…"/>
          <p:cNvSpPr txBox="1"/>
          <p:nvPr>
            <p:ph type="ctrTitle"/>
          </p:nvPr>
        </p:nvSpPr>
        <p:spPr>
          <a:xfrm>
            <a:off x="114040" y="106455"/>
            <a:ext cx="11130274" cy="5161145"/>
          </a:xfrm>
          <a:prstGeom prst="rect">
            <a:avLst/>
          </a:prstGeom>
        </p:spPr>
        <p:txBody>
          <a:bodyPr/>
          <a:lstStyle/>
          <a:p>
            <a:pPr lvl="1" indent="198881" defTabSz="397763">
              <a:lnSpc>
                <a:spcPct val="100000"/>
              </a:lnSpc>
              <a:spcBef>
                <a:spcPts val="1200"/>
              </a:spcBef>
              <a:defRPr b="1" sz="2436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sng"/>
              <a:t>Conclusion &amp; Future Scope</a:t>
            </a:r>
            <a:endParaRPr u="sng"/>
          </a:p>
          <a:p>
            <a:pPr lvl="1" indent="198881" defTabSz="397763">
              <a:lnSpc>
                <a:spcPct val="100000"/>
              </a:lnSpc>
              <a:spcBef>
                <a:spcPts val="1200"/>
              </a:spcBef>
              <a:defRPr b="1" sz="2436">
                <a:latin typeface="Times Roman"/>
                <a:ea typeface="Times Roman"/>
                <a:cs typeface="Times Roman"/>
                <a:sym typeface="Times Roman"/>
              </a:defRPr>
            </a:pPr>
            <a:br>
              <a:rPr b="0"/>
            </a:br>
            <a:r>
              <a:t>Conclusion:</a:t>
            </a:r>
            <a:endParaRPr b="0"/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1653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Developed complete ML pipeline for import analysis</a:t>
            </a:r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1653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Achieved strong prediction accuracy and classification performance</a:t>
            </a:r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1653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Discovered useful trade clusters</a:t>
            </a:r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1653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algn="l" defTabSz="397763">
              <a:lnSpc>
                <a:spcPct val="100000"/>
              </a:lnSpc>
              <a:spcBef>
                <a:spcPts val="1000"/>
              </a:spcBef>
              <a:defRPr b="1" sz="20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 Work:</a:t>
            </a:r>
            <a:endParaRPr b="0"/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20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Time-series forecasting using Prophet/LSTM</a:t>
            </a:r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20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Public deployment on Streamlit Cloud</a:t>
            </a:r>
          </a:p>
          <a:p>
            <a:pPr marL="397763" indent="-276225" algn="l" defTabSz="397763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defRPr sz="20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Integration with live trade data APIs</a:t>
            </a:r>
          </a:p>
        </p:txBody>
      </p:sp>
      <p:sp>
        <p:nvSpPr>
          <p:cNvPr id="11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